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FF78"/>
    <a:srgbClr val="7FF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518" autoAdjust="0"/>
  </p:normalViewPr>
  <p:slideViewPr>
    <p:cSldViewPr snapToGrid="0">
      <p:cViewPr>
        <p:scale>
          <a:sx n="75" d="100"/>
          <a:sy n="75" d="100"/>
        </p:scale>
        <p:origin x="303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25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12" Type="http://schemas.openxmlformats.org/officeDocument/2006/relationships/image" Target="../media/image2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8.wmf"/><Relationship Id="rId11" Type="http://schemas.openxmlformats.org/officeDocument/2006/relationships/image" Target="../media/image23.wmf"/><Relationship Id="rId5" Type="http://schemas.openxmlformats.org/officeDocument/2006/relationships/image" Target="../media/image17.wmf"/><Relationship Id="rId15" Type="http://schemas.openxmlformats.org/officeDocument/2006/relationships/image" Target="../media/image27.wmf"/><Relationship Id="rId10" Type="http://schemas.openxmlformats.org/officeDocument/2006/relationships/image" Target="../media/image22.wmf"/><Relationship Id="rId4" Type="http://schemas.openxmlformats.org/officeDocument/2006/relationships/image" Target="../media/image16.wmf"/><Relationship Id="rId9" Type="http://schemas.openxmlformats.org/officeDocument/2006/relationships/image" Target="../media/image21.wmf"/><Relationship Id="rId14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Relationship Id="rId9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image" Target="../media/image50.wmf"/><Relationship Id="rId18" Type="http://schemas.openxmlformats.org/officeDocument/2006/relationships/image" Target="../media/image54.wmf"/><Relationship Id="rId3" Type="http://schemas.openxmlformats.org/officeDocument/2006/relationships/image" Target="../media/image40.wmf"/><Relationship Id="rId7" Type="http://schemas.openxmlformats.org/officeDocument/2006/relationships/image" Target="../media/image44.wmf"/><Relationship Id="rId12" Type="http://schemas.openxmlformats.org/officeDocument/2006/relationships/image" Target="../media/image49.wmf"/><Relationship Id="rId17" Type="http://schemas.openxmlformats.org/officeDocument/2006/relationships/image" Target="../media/image53.wmf"/><Relationship Id="rId2" Type="http://schemas.openxmlformats.org/officeDocument/2006/relationships/image" Target="../media/image39.wmf"/><Relationship Id="rId16" Type="http://schemas.openxmlformats.org/officeDocument/2006/relationships/image" Target="../media/image32.wmf"/><Relationship Id="rId20" Type="http://schemas.openxmlformats.org/officeDocument/2006/relationships/image" Target="../media/image56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11" Type="http://schemas.openxmlformats.org/officeDocument/2006/relationships/image" Target="../media/image48.wmf"/><Relationship Id="rId5" Type="http://schemas.openxmlformats.org/officeDocument/2006/relationships/image" Target="../media/image42.wmf"/><Relationship Id="rId15" Type="http://schemas.openxmlformats.org/officeDocument/2006/relationships/image" Target="../media/image52.wmf"/><Relationship Id="rId10" Type="http://schemas.openxmlformats.org/officeDocument/2006/relationships/image" Target="../media/image47.wmf"/><Relationship Id="rId19" Type="http://schemas.openxmlformats.org/officeDocument/2006/relationships/image" Target="../media/image55.wmf"/><Relationship Id="rId4" Type="http://schemas.openxmlformats.org/officeDocument/2006/relationships/image" Target="../media/image41.wmf"/><Relationship Id="rId9" Type="http://schemas.openxmlformats.org/officeDocument/2006/relationships/image" Target="../media/image46.wmf"/><Relationship Id="rId14" Type="http://schemas.openxmlformats.org/officeDocument/2006/relationships/image" Target="../media/image5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10" Type="http://schemas.openxmlformats.org/officeDocument/2006/relationships/image" Target="../media/image67.wmf"/><Relationship Id="rId4" Type="http://schemas.openxmlformats.org/officeDocument/2006/relationships/image" Target="../media/image61.wmf"/><Relationship Id="rId9" Type="http://schemas.openxmlformats.org/officeDocument/2006/relationships/image" Target="../media/image6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6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984C5-265D-4B12-94E2-5039F96D2B20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C1EA1-B23A-4DFE-B643-AF119B4583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920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C1EA1-B23A-4DFE-B643-AF119B45830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222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008094-9EEA-4340-8F3A-4E1841F9D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E05EAF-4D95-4EBE-B4C0-19331CECB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5234FF-CBED-46FB-A96D-33FDA9403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1B28-E9AF-4079-A117-83858D6A027B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6FC09-B29F-4E74-B3B0-698C2AC43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F93BB5-7E23-4535-BE0A-4201118B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E807-CCBB-4EE5-B428-3409138765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013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1E7C2C-E278-48DE-93BB-FFC59B02C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6DC26E-99ED-4F10-8ED7-6065F89F7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08D203-764A-44D8-ADBD-BF4D84C62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1B28-E9AF-4079-A117-83858D6A027B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FC3754-EC3A-408C-B604-A4339B7E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2043D8-0638-4088-A038-164AA2650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E807-CCBB-4EE5-B428-3409138765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514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33C68-E56F-40F4-8C75-774073D9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2B9A4E-E15C-4C9F-8F37-7771427AD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00BF0D-4578-474B-BB0B-FC245CD95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1B28-E9AF-4079-A117-83858D6A027B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FF9778-76EA-46B3-B697-034C273AE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A3B471-A442-4654-9D88-14072E91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E807-CCBB-4EE5-B428-3409138765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320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5530D8-B130-4FDC-952B-BA12DDE9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7843DA-C7AF-4F30-B985-C49D6F698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F19EE1-141F-479B-AA7B-9FE5C08A3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3EB90F-4D74-4502-8662-40420F770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1B28-E9AF-4079-A117-83858D6A027B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38EA19-2571-42B6-80E8-D81C8DEC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FB46DD-4B81-467F-84BE-B33C50E75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E807-CCBB-4EE5-B428-3409138765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66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48A1FE-C17E-447E-B8A3-688640EDC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3C3F52-F419-49B4-8F3F-6DE092DB1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9272BB-1F73-4981-9C57-1E0AA0B0F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400237-6BC7-4E1D-9FFB-879747BE9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191BCA-7D66-46B6-B01E-CD5E5755B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6D57E1-9B41-4695-A8E4-1860E18D1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1B28-E9AF-4079-A117-83858D6A027B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070DEE4-10C7-4024-89C3-F0E33EDC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5E461B-A7D5-47A5-BEBA-9E0BBEE75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E807-CCBB-4EE5-B428-3409138765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836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B2F15-F159-4F86-8233-2ECC53119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2A81781-CDBE-464C-A94F-7EDDB6EC1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1B28-E9AF-4079-A117-83858D6A027B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8AAD87-6729-4232-9A6F-D424B215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8737B3-BDE3-44D8-B8F9-0410CC60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E807-CCBB-4EE5-B428-3409138765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233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74CC6D-A910-44EE-8E29-245D45C39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1B28-E9AF-4079-A117-83858D6A027B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B28048-9820-4560-8A98-182B021F5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44EE95-9836-42B1-990C-08D05114E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E807-CCBB-4EE5-B428-3409138765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974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4C303C-A4DE-42E2-9A2E-48278A998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720DD0-B38F-4683-BF08-BA67C4CB0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0DA798-E784-4D3B-8356-8322BF1E4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58006B-000E-403D-A04C-5F6537C46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1B28-E9AF-4079-A117-83858D6A027B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80CBB1-1C45-4E90-AFBE-8108AD7F5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9E97D3-7A80-4D9B-BA78-DCEBF01E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E807-CCBB-4EE5-B428-3409138765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288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6A80A-C948-4025-9860-F12FCEAB8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B43318A-B387-4861-99B0-28D441E933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873A04-6C73-4CC9-A536-9F939811D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FE3301-5BC9-4015-B66E-32209BB43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1B28-E9AF-4079-A117-83858D6A027B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ED4524-4DED-4D06-B5E9-AFA8ACEA9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4844FF-E3EE-471D-94D4-6813BC3A8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E807-CCBB-4EE5-B428-3409138765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009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A626FD-7B82-4ABC-9106-191E72C4F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AB3339-1F2D-4FE8-A78F-83ACF1CEA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0FC3FE-E577-4A97-B494-DC1935890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1B28-E9AF-4079-A117-83858D6A027B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3EAF6E-FA0A-4EE3-9150-A62749DDD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FDC8A-3197-4254-8811-3ED987F9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E807-CCBB-4EE5-B428-3409138765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77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59B06BE-9543-4EDD-9E08-26F7A4EB9A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CE2FB0-D231-4F90-A180-E1B19FAA1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FF7CCF-E768-48C0-B214-53A01AC86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1B28-E9AF-4079-A117-83858D6A027B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6DD687-FAA2-4B6D-B12B-F2F70714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64D4FB-1E76-4E32-A990-5022487A4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3E807-CCBB-4EE5-B428-3409138765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6DAD78-5E9E-4A8C-BF88-BC2053D5A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C62301-65D8-474C-9CA4-3181C7C1F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307667-4F25-437C-AEF6-76180A600C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81B28-E9AF-4079-A117-83858D6A027B}" type="datetimeFigureOut">
              <a:rPr lang="zh-CN" altLang="en-US" smtClean="0"/>
              <a:t>2025/11/22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B057D2-4783-40FC-A201-08F18C278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4A6355-0C9C-452E-BDDD-3D3C8485C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3E807-CCBB-4EE5-B428-3409138765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35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3.bin"/><Relationship Id="rId10" Type="http://schemas.openxmlformats.org/officeDocument/2006/relationships/oleObject" Target="../embeddings/oleObject16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5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.bin"/><Relationship Id="rId18" Type="http://schemas.openxmlformats.org/officeDocument/2006/relationships/image" Target="../media/image20.wmf"/><Relationship Id="rId26" Type="http://schemas.openxmlformats.org/officeDocument/2006/relationships/oleObject" Target="../embeddings/oleObject29.bin"/><Relationship Id="rId3" Type="http://schemas.openxmlformats.org/officeDocument/2006/relationships/oleObject" Target="../embeddings/oleObject17.bin"/><Relationship Id="rId21" Type="http://schemas.openxmlformats.org/officeDocument/2006/relationships/oleObject" Target="../embeddings/oleObject26.bin"/><Relationship Id="rId34" Type="http://schemas.openxmlformats.org/officeDocument/2006/relationships/oleObject" Target="../embeddings/oleObject34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24.bin"/><Relationship Id="rId25" Type="http://schemas.openxmlformats.org/officeDocument/2006/relationships/oleObject" Target="../embeddings/oleObject28.bin"/><Relationship Id="rId33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.wmf"/><Relationship Id="rId20" Type="http://schemas.openxmlformats.org/officeDocument/2006/relationships/image" Target="../media/image21.wmf"/><Relationship Id="rId29" Type="http://schemas.openxmlformats.org/officeDocument/2006/relationships/oleObject" Target="../embeddings/oleObject31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21.bin"/><Relationship Id="rId24" Type="http://schemas.openxmlformats.org/officeDocument/2006/relationships/image" Target="../media/image23.wmf"/><Relationship Id="rId32" Type="http://schemas.openxmlformats.org/officeDocument/2006/relationships/oleObject" Target="../embeddings/oleObject33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23" Type="http://schemas.openxmlformats.org/officeDocument/2006/relationships/oleObject" Target="../embeddings/oleObject27.bin"/><Relationship Id="rId28" Type="http://schemas.openxmlformats.org/officeDocument/2006/relationships/image" Target="../media/image24.wmf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25.bin"/><Relationship Id="rId31" Type="http://schemas.openxmlformats.org/officeDocument/2006/relationships/oleObject" Target="../embeddings/oleObject32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18.wmf"/><Relationship Id="rId22" Type="http://schemas.openxmlformats.org/officeDocument/2006/relationships/image" Target="../media/image22.wmf"/><Relationship Id="rId27" Type="http://schemas.openxmlformats.org/officeDocument/2006/relationships/oleObject" Target="../embeddings/oleObject30.bin"/><Relationship Id="rId30" Type="http://schemas.openxmlformats.org/officeDocument/2006/relationships/image" Target="../media/image25.wmf"/><Relationship Id="rId35" Type="http://schemas.openxmlformats.org/officeDocument/2006/relationships/image" Target="../media/image27.wmf"/><Relationship Id="rId8" Type="http://schemas.openxmlformats.org/officeDocument/2006/relationships/image" Target="../media/image1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35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32.wmf"/><Relationship Id="rId17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4.wmf"/><Relationship Id="rId20" Type="http://schemas.openxmlformats.org/officeDocument/2006/relationships/image" Target="../media/image36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31.w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3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2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7.w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0.bin"/><Relationship Id="rId18" Type="http://schemas.openxmlformats.org/officeDocument/2006/relationships/image" Target="../media/image45.wmf"/><Relationship Id="rId26" Type="http://schemas.openxmlformats.org/officeDocument/2006/relationships/image" Target="../media/image49.wmf"/><Relationship Id="rId39" Type="http://schemas.openxmlformats.org/officeDocument/2006/relationships/oleObject" Target="../embeddings/oleObject64.bin"/><Relationship Id="rId21" Type="http://schemas.openxmlformats.org/officeDocument/2006/relationships/oleObject" Target="../embeddings/oleObject54.bin"/><Relationship Id="rId34" Type="http://schemas.openxmlformats.org/officeDocument/2006/relationships/image" Target="../media/image32.wmf"/><Relationship Id="rId42" Type="http://schemas.openxmlformats.org/officeDocument/2006/relationships/image" Target="../media/image55.wmf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wmf"/><Relationship Id="rId20" Type="http://schemas.openxmlformats.org/officeDocument/2006/relationships/image" Target="../media/image46.wmf"/><Relationship Id="rId29" Type="http://schemas.openxmlformats.org/officeDocument/2006/relationships/oleObject" Target="../embeddings/oleObject58.bin"/><Relationship Id="rId41" Type="http://schemas.openxmlformats.org/officeDocument/2006/relationships/oleObject" Target="../embeddings/oleObject65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9.bin"/><Relationship Id="rId24" Type="http://schemas.openxmlformats.org/officeDocument/2006/relationships/image" Target="../media/image48.wmf"/><Relationship Id="rId32" Type="http://schemas.openxmlformats.org/officeDocument/2006/relationships/image" Target="../media/image52.wmf"/><Relationship Id="rId37" Type="http://schemas.openxmlformats.org/officeDocument/2006/relationships/image" Target="../media/image53.wmf"/><Relationship Id="rId40" Type="http://schemas.openxmlformats.org/officeDocument/2006/relationships/image" Target="../media/image54.wmf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23" Type="http://schemas.openxmlformats.org/officeDocument/2006/relationships/oleObject" Target="../embeddings/oleObject55.bin"/><Relationship Id="rId28" Type="http://schemas.openxmlformats.org/officeDocument/2006/relationships/image" Target="../media/image50.wmf"/><Relationship Id="rId36" Type="http://schemas.openxmlformats.org/officeDocument/2006/relationships/oleObject" Target="../embeddings/oleObject62.bin"/><Relationship Id="rId10" Type="http://schemas.openxmlformats.org/officeDocument/2006/relationships/image" Target="../media/image41.wmf"/><Relationship Id="rId19" Type="http://schemas.openxmlformats.org/officeDocument/2006/relationships/oleObject" Target="../embeddings/oleObject53.bin"/><Relationship Id="rId31" Type="http://schemas.openxmlformats.org/officeDocument/2006/relationships/oleObject" Target="../embeddings/oleObject59.bin"/><Relationship Id="rId44" Type="http://schemas.openxmlformats.org/officeDocument/2006/relationships/image" Target="../media/image56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43.wmf"/><Relationship Id="rId22" Type="http://schemas.openxmlformats.org/officeDocument/2006/relationships/image" Target="../media/image47.wmf"/><Relationship Id="rId27" Type="http://schemas.openxmlformats.org/officeDocument/2006/relationships/oleObject" Target="../embeddings/oleObject57.bin"/><Relationship Id="rId30" Type="http://schemas.openxmlformats.org/officeDocument/2006/relationships/image" Target="../media/image51.wmf"/><Relationship Id="rId35" Type="http://schemas.openxmlformats.org/officeDocument/2006/relationships/oleObject" Target="../embeddings/oleObject61.bin"/><Relationship Id="rId43" Type="http://schemas.openxmlformats.org/officeDocument/2006/relationships/oleObject" Target="../embeddings/oleObject66.bin"/><Relationship Id="rId8" Type="http://schemas.openxmlformats.org/officeDocument/2006/relationships/image" Target="../media/image40.wmf"/><Relationship Id="rId3" Type="http://schemas.openxmlformats.org/officeDocument/2006/relationships/oleObject" Target="../embeddings/oleObject45.bin"/><Relationship Id="rId12" Type="http://schemas.openxmlformats.org/officeDocument/2006/relationships/image" Target="../media/image42.wmf"/><Relationship Id="rId17" Type="http://schemas.openxmlformats.org/officeDocument/2006/relationships/oleObject" Target="../embeddings/oleObject52.bin"/><Relationship Id="rId25" Type="http://schemas.openxmlformats.org/officeDocument/2006/relationships/oleObject" Target="../embeddings/oleObject56.bin"/><Relationship Id="rId33" Type="http://schemas.openxmlformats.org/officeDocument/2006/relationships/oleObject" Target="../embeddings/oleObject60.bin"/><Relationship Id="rId38" Type="http://schemas.openxmlformats.org/officeDocument/2006/relationships/oleObject" Target="../embeddings/oleObject6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57.wmf"/><Relationship Id="rId4" Type="http://schemas.openxmlformats.org/officeDocument/2006/relationships/oleObject" Target="../embeddings/oleObject6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64.wmf"/><Relationship Id="rId3" Type="http://schemas.openxmlformats.org/officeDocument/2006/relationships/oleObject" Target="../embeddings/oleObject68.bin"/><Relationship Id="rId21" Type="http://schemas.openxmlformats.org/officeDocument/2006/relationships/oleObject" Target="../embeddings/oleObject78.bin"/><Relationship Id="rId7" Type="http://schemas.openxmlformats.org/officeDocument/2006/relationships/image" Target="../media/image59.wmf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7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3.wmf"/><Relationship Id="rId20" Type="http://schemas.openxmlformats.org/officeDocument/2006/relationships/image" Target="../media/image65.w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0.bin"/><Relationship Id="rId11" Type="http://schemas.openxmlformats.org/officeDocument/2006/relationships/oleObject" Target="../embeddings/oleObject73.bin"/><Relationship Id="rId24" Type="http://schemas.openxmlformats.org/officeDocument/2006/relationships/image" Target="../media/image67.wmf"/><Relationship Id="rId5" Type="http://schemas.openxmlformats.org/officeDocument/2006/relationships/oleObject" Target="../embeddings/oleObject69.bin"/><Relationship Id="rId15" Type="http://schemas.openxmlformats.org/officeDocument/2006/relationships/oleObject" Target="../embeddings/oleObject75.bin"/><Relationship Id="rId23" Type="http://schemas.openxmlformats.org/officeDocument/2006/relationships/oleObject" Target="../embeddings/oleObject79.bin"/><Relationship Id="rId10" Type="http://schemas.openxmlformats.org/officeDocument/2006/relationships/image" Target="../media/image60.wmf"/><Relationship Id="rId19" Type="http://schemas.openxmlformats.org/officeDocument/2006/relationships/oleObject" Target="../embeddings/oleObject77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62.wmf"/><Relationship Id="rId22" Type="http://schemas.openxmlformats.org/officeDocument/2006/relationships/image" Target="../media/image6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6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>
            <a:extLst>
              <a:ext uri="{FF2B5EF4-FFF2-40B4-BE49-F238E27FC236}">
                <a16:creationId xmlns:a16="http://schemas.microsoft.com/office/drawing/2014/main" id="{7ED4B797-50CA-4638-8722-BD423BBFF390}"/>
              </a:ext>
            </a:extLst>
          </p:cNvPr>
          <p:cNvGrpSpPr/>
          <p:nvPr/>
        </p:nvGrpSpPr>
        <p:grpSpPr>
          <a:xfrm>
            <a:off x="2155826" y="1447391"/>
            <a:ext cx="2730873" cy="2080577"/>
            <a:chOff x="2155826" y="1447391"/>
            <a:chExt cx="2730873" cy="2080577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D5559B3-D385-42A0-A2D3-C9F4871D5C14}"/>
                </a:ext>
              </a:extLst>
            </p:cNvPr>
            <p:cNvCxnSpPr/>
            <p:nvPr/>
          </p:nvCxnSpPr>
          <p:spPr>
            <a:xfrm>
              <a:off x="3615827" y="2605631"/>
              <a:ext cx="705394" cy="0"/>
            </a:xfrm>
            <a:prstGeom prst="line">
              <a:avLst/>
            </a:prstGeom>
            <a:ln w="31750" cap="rnd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004372B1-745B-4FCE-9FC1-30AD3F524665}"/>
                </a:ext>
              </a:extLst>
            </p:cNvPr>
            <p:cNvCxnSpPr/>
            <p:nvPr/>
          </p:nvCxnSpPr>
          <p:spPr>
            <a:xfrm>
              <a:off x="2160407" y="3291431"/>
              <a:ext cx="705394" cy="0"/>
            </a:xfrm>
            <a:prstGeom prst="line">
              <a:avLst/>
            </a:prstGeom>
            <a:ln w="31750" cap="rnd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2D50BF3D-607E-4278-9FCF-DDD7044A75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2575030"/>
                </p:ext>
              </p:extLst>
            </p:nvPr>
          </p:nvGraphicFramePr>
          <p:xfrm>
            <a:off x="2942591" y="3054893"/>
            <a:ext cx="51752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2" name="AxMath" r:id="rId3" imgW="258840" imgH="235800" progId="Equation.AxMath">
                    <p:embed/>
                  </p:oleObj>
                </mc:Choice>
                <mc:Fallback>
                  <p:oleObj name="AxMath" r:id="rId3" imgW="258840" imgH="2358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42591" y="3054893"/>
                          <a:ext cx="517525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5CC56C78-D84C-431D-8139-5FA102A959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4041338"/>
                </p:ext>
              </p:extLst>
            </p:nvPr>
          </p:nvGraphicFramePr>
          <p:xfrm>
            <a:off x="4375524" y="2429734"/>
            <a:ext cx="51117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3" name="AxMath" r:id="rId5" imgW="255960" imgH="235800" progId="Equation.AxMath">
                    <p:embed/>
                  </p:oleObj>
                </mc:Choice>
                <mc:Fallback>
                  <p:oleObj name="AxMath" r:id="rId5" imgW="255960" imgH="2358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75524" y="2429734"/>
                          <a:ext cx="511175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742037AD-7ACC-49F3-8E6D-FEE0EA762B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0798" y="1447391"/>
              <a:ext cx="435429" cy="155774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2A1E418F-C19C-4700-85B1-DFDD5CB470C1}"/>
                </a:ext>
              </a:extLst>
            </p:cNvPr>
            <p:cNvCxnSpPr>
              <a:cxnSpLocks/>
            </p:cNvCxnSpPr>
            <p:nvPr/>
          </p:nvCxnSpPr>
          <p:spPr>
            <a:xfrm>
              <a:off x="3448641" y="1447391"/>
              <a:ext cx="519883" cy="9329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108C608B-376C-4EE5-AA57-C1DD0C9948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503574"/>
                </p:ext>
              </p:extLst>
            </p:nvPr>
          </p:nvGraphicFramePr>
          <p:xfrm>
            <a:off x="2162176" y="1685925"/>
            <a:ext cx="3746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4" name="AxMath" r:id="rId7" imgW="187200" imgH="228600" progId="Equation.AxMath">
                    <p:embed/>
                  </p:oleObj>
                </mc:Choice>
                <mc:Fallback>
                  <p:oleObj name="AxMath" r:id="rId7" imgW="18720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62176" y="1685925"/>
                          <a:ext cx="37465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85E41D83-C093-4C0F-9043-D3AD863D9D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2136016"/>
                </p:ext>
              </p:extLst>
            </p:nvPr>
          </p:nvGraphicFramePr>
          <p:xfrm>
            <a:off x="3963988" y="1457325"/>
            <a:ext cx="33972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5" name="AxMath" r:id="rId9" imgW="169920" imgH="228600" progId="Equation.AxMath">
                    <p:embed/>
                  </p:oleObj>
                </mc:Choice>
                <mc:Fallback>
                  <p:oleObj name="AxMath" r:id="rId9" imgW="16992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963988" y="1457325"/>
                          <a:ext cx="339725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49B50611-B03F-4511-8461-CD5D6600E3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8989" y="2393269"/>
              <a:ext cx="42600" cy="152400"/>
            </a:xfrm>
            <a:prstGeom prst="straightConnector1">
              <a:avLst/>
            </a:prstGeom>
            <a:ln w="25400">
              <a:solidFill>
                <a:srgbClr val="7FFF7F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310FB452-D169-4DE6-8926-FBE2A3979B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3701250"/>
                </p:ext>
              </p:extLst>
            </p:nvPr>
          </p:nvGraphicFramePr>
          <p:xfrm>
            <a:off x="4000874" y="1868043"/>
            <a:ext cx="3746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6" name="AxMath" r:id="rId11" imgW="187200" imgH="228600" progId="Equation.AxMath">
                    <p:embed/>
                  </p:oleObj>
                </mc:Choice>
                <mc:Fallback>
                  <p:oleObj name="AxMath" r:id="rId11" imgW="187200" imgH="228600" progId="Equation.AxMath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108C608B-376C-4EE5-AA57-C1DD0C99483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000874" y="1868043"/>
                          <a:ext cx="37465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68FEEA7A-02AD-4F27-B38C-5E9C7DE113F4}"/>
                </a:ext>
              </a:extLst>
            </p:cNvPr>
            <p:cNvCxnSpPr>
              <a:cxnSpLocks/>
            </p:cNvCxnSpPr>
            <p:nvPr/>
          </p:nvCxnSpPr>
          <p:spPr>
            <a:xfrm>
              <a:off x="3761661" y="2008252"/>
              <a:ext cx="98516" cy="176782"/>
            </a:xfrm>
            <a:prstGeom prst="straightConnector1">
              <a:avLst/>
            </a:prstGeom>
            <a:ln w="25400">
              <a:solidFill>
                <a:srgbClr val="78FF78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6E5E7E54-9AC9-4CB5-BD0A-F27F9C947C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4974363"/>
                </p:ext>
              </p:extLst>
            </p:nvPr>
          </p:nvGraphicFramePr>
          <p:xfrm>
            <a:off x="2155826" y="2241550"/>
            <a:ext cx="33972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7" name="AxMath" r:id="rId13" imgW="169920" imgH="228600" progId="Equation.AxMath">
                    <p:embed/>
                  </p:oleObj>
                </mc:Choice>
                <mc:Fallback>
                  <p:oleObj name="AxMath" r:id="rId13" imgW="169920" imgH="228600" progId="Equation.AxMath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310FB452-D169-4DE6-8926-FBE2A3979B3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155826" y="2241550"/>
                          <a:ext cx="339725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068A2077-6F5C-48D5-9CF2-FF0343454492}"/>
                </a:ext>
              </a:extLst>
            </p:cNvPr>
            <p:cNvCxnSpPr>
              <a:cxnSpLocks/>
            </p:cNvCxnSpPr>
            <p:nvPr/>
          </p:nvCxnSpPr>
          <p:spPr>
            <a:xfrm>
              <a:off x="3963988" y="2648809"/>
              <a:ext cx="0" cy="603979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3" name="对象 52">
              <a:extLst>
                <a:ext uri="{FF2B5EF4-FFF2-40B4-BE49-F238E27FC236}">
                  <a16:creationId xmlns:a16="http://schemas.microsoft.com/office/drawing/2014/main" id="{422D4B52-FE48-430E-8A3F-581BE19E766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6864546"/>
                </p:ext>
              </p:extLst>
            </p:nvPr>
          </p:nvGraphicFramePr>
          <p:xfrm>
            <a:off x="4034383" y="2778124"/>
            <a:ext cx="238125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8" name="AxMath" r:id="rId15" imgW="119160" imgH="226440" progId="Equation.AxMath">
                    <p:embed/>
                  </p:oleObj>
                </mc:Choice>
                <mc:Fallback>
                  <p:oleObj name="AxMath" r:id="rId15" imgW="119160" imgH="22644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034383" y="2778124"/>
                          <a:ext cx="238125" cy="454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78114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8865EA4-C349-4D0A-A364-26A02EFEB465}"/>
              </a:ext>
            </a:extLst>
          </p:cNvPr>
          <p:cNvGrpSpPr/>
          <p:nvPr/>
        </p:nvGrpSpPr>
        <p:grpSpPr>
          <a:xfrm>
            <a:off x="1338943" y="1162594"/>
            <a:ext cx="7527706" cy="2747419"/>
            <a:chOff x="1338943" y="1162594"/>
            <a:chExt cx="7527706" cy="2747419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4DB7D1A-23BF-45F2-A230-51D41B062758}"/>
                </a:ext>
              </a:extLst>
            </p:cNvPr>
            <p:cNvSpPr txBox="1"/>
            <p:nvPr/>
          </p:nvSpPr>
          <p:spPr>
            <a:xfrm>
              <a:off x="1338943" y="1449977"/>
              <a:ext cx="32127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Synthetic Spin-orbit coupling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FAF8AE3-4B1F-4E02-8904-3848706C20B6}"/>
                </a:ext>
              </a:extLst>
            </p:cNvPr>
            <p:cNvSpPr txBox="1"/>
            <p:nvPr/>
          </p:nvSpPr>
          <p:spPr>
            <a:xfrm>
              <a:off x="5802086" y="1449977"/>
              <a:ext cx="27158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Real Spin-orbit coupling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EB6002AA-312E-41E5-9DD1-F5492E26C2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4186736"/>
                </p:ext>
              </p:extLst>
            </p:nvPr>
          </p:nvGraphicFramePr>
          <p:xfrm>
            <a:off x="2638696" y="2897232"/>
            <a:ext cx="8191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4" name="AxMath" r:id="rId3" imgW="409680" imgH="228600" progId="Equation.AxMath">
                    <p:embed/>
                  </p:oleObj>
                </mc:Choice>
                <mc:Fallback>
                  <p:oleObj name="AxMath" r:id="rId3" imgW="40968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38696" y="2897232"/>
                          <a:ext cx="81915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5B7D1A57-48CC-486C-B2E2-8B522D8D9F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9899258"/>
                </p:ext>
              </p:extLst>
            </p:nvPr>
          </p:nvGraphicFramePr>
          <p:xfrm>
            <a:off x="6937511" y="2897232"/>
            <a:ext cx="650875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5" name="AxMath" r:id="rId5" imgW="325080" imgH="226440" progId="Equation.AxMath">
                    <p:embed/>
                  </p:oleObj>
                </mc:Choice>
                <mc:Fallback>
                  <p:oleObj name="AxMath" r:id="rId5" imgW="325080" imgH="22644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937511" y="2897232"/>
                          <a:ext cx="650875" cy="454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D27F3DD9-2993-4066-A4D3-FBE16548FD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1760" y="1780720"/>
              <a:ext cx="0" cy="36733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F2954DF8-4955-4088-A607-3B053E6E22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0360" y="1780720"/>
              <a:ext cx="0" cy="36733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339D71C-A5D2-4D28-904E-2B1782469A37}"/>
                </a:ext>
              </a:extLst>
            </p:cNvPr>
            <p:cNvSpPr txBox="1"/>
            <p:nvPr/>
          </p:nvSpPr>
          <p:spPr>
            <a:xfrm>
              <a:off x="1502288" y="2185715"/>
              <a:ext cx="14430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Atomic spin</a:t>
              </a:r>
              <a:endPara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F8453A6-AA76-4AAC-8EA5-40EC30ACF6CE}"/>
                </a:ext>
              </a:extLst>
            </p:cNvPr>
            <p:cNvSpPr txBox="1"/>
            <p:nvPr/>
          </p:nvSpPr>
          <p:spPr>
            <a:xfrm>
              <a:off x="5422348" y="2185715"/>
              <a:ext cx="172675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Electronic spin</a:t>
              </a:r>
              <a:endPara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0D41B75D-6940-4531-A44E-4CA0043627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4349" y="1780720"/>
              <a:ext cx="0" cy="548640"/>
            </a:xfrm>
            <a:prstGeom prst="straightConnector1">
              <a:avLst/>
            </a:prstGeom>
            <a:ln w="38100" cmpd="dbl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1B374AA1-4882-417E-9A15-350AF2FAF6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2949" y="1780720"/>
              <a:ext cx="0" cy="548640"/>
            </a:xfrm>
            <a:prstGeom prst="straightConnector1">
              <a:avLst/>
            </a:prstGeom>
            <a:ln w="38100" cmpd="dbl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4CE23BB-E02E-4379-8CF0-A5C5FB808DCD}"/>
                </a:ext>
              </a:extLst>
            </p:cNvPr>
            <p:cNvSpPr txBox="1"/>
            <p:nvPr/>
          </p:nvSpPr>
          <p:spPr>
            <a:xfrm>
              <a:off x="2836350" y="2297120"/>
              <a:ext cx="24721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Atomic spatial motion</a:t>
              </a:r>
              <a:endParaRPr lang="zh-CN" alt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83EF8DF-226A-49AA-96FC-D35D1E191816}"/>
                </a:ext>
              </a:extLst>
            </p:cNvPr>
            <p:cNvSpPr txBox="1"/>
            <p:nvPr/>
          </p:nvSpPr>
          <p:spPr>
            <a:xfrm>
              <a:off x="7083789" y="2297120"/>
              <a:ext cx="17828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Electronic orbit</a:t>
              </a:r>
              <a:endParaRPr lang="zh-CN" alt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577FB2F-989B-46A5-A795-D81FE22AB0CD}"/>
                </a:ext>
              </a:extLst>
            </p:cNvPr>
            <p:cNvCxnSpPr>
              <a:cxnSpLocks/>
            </p:cNvCxnSpPr>
            <p:nvPr/>
          </p:nvCxnSpPr>
          <p:spPr>
            <a:xfrm>
              <a:off x="5308502" y="1162594"/>
              <a:ext cx="0" cy="274712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E5BA8D49-B105-4489-ADFA-B4ABCFD3C5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5432915"/>
                </p:ext>
              </p:extLst>
            </p:nvPr>
          </p:nvGraphicFramePr>
          <p:xfrm>
            <a:off x="2280363" y="3452522"/>
            <a:ext cx="16637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6" name="AxMath" r:id="rId7" imgW="831600" imgH="228600" progId="Equation.AxMath">
                    <p:embed/>
                  </p:oleObj>
                </mc:Choice>
                <mc:Fallback>
                  <p:oleObj name="AxMath" r:id="rId7" imgW="83160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80363" y="3452522"/>
                          <a:ext cx="16637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A30587F3-A82E-46F2-97AE-E9E650A346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146546"/>
                </p:ext>
              </p:extLst>
            </p:nvPr>
          </p:nvGraphicFramePr>
          <p:xfrm>
            <a:off x="6683375" y="3452813"/>
            <a:ext cx="96202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7" name="AxMath" r:id="rId9" imgW="480240" imgH="228600" progId="Equation.AxMath">
                    <p:embed/>
                  </p:oleObj>
                </mc:Choice>
                <mc:Fallback>
                  <p:oleObj name="AxMath" r:id="rId9" imgW="480240" imgH="228600" progId="Equation.AxMath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E5BA8D49-B105-4489-ADFA-B4ABCFD3C58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683375" y="3452813"/>
                          <a:ext cx="962025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00416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2CCC685-8854-4C24-9F59-8A49A07F8A70}"/>
              </a:ext>
            </a:extLst>
          </p:cNvPr>
          <p:cNvCxnSpPr/>
          <p:nvPr/>
        </p:nvCxnSpPr>
        <p:spPr>
          <a:xfrm>
            <a:off x="3221991" y="1907177"/>
            <a:ext cx="72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F779528-1122-4ED1-8318-DD2D3A9CCFFC}"/>
              </a:ext>
            </a:extLst>
          </p:cNvPr>
          <p:cNvCxnSpPr/>
          <p:nvPr/>
        </p:nvCxnSpPr>
        <p:spPr>
          <a:xfrm>
            <a:off x="4652374" y="1149531"/>
            <a:ext cx="72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3580D11-0D92-4655-923F-B0C3382C63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9387959"/>
              </p:ext>
            </p:extLst>
          </p:nvPr>
        </p:nvGraphicFramePr>
        <p:xfrm>
          <a:off x="3367678" y="2060212"/>
          <a:ext cx="4286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9" name="AxMath" r:id="rId3" imgW="214920" imgH="235800" progId="Equation.AxMath">
                  <p:embed/>
                </p:oleObj>
              </mc:Choice>
              <mc:Fallback>
                <p:oleObj name="AxMath" r:id="rId3" imgW="214920" imgH="2358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67678" y="2060212"/>
                        <a:ext cx="428625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039333E-E23C-4B44-AC84-DBC9944D07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091804"/>
              </p:ext>
            </p:extLst>
          </p:nvPr>
        </p:nvGraphicFramePr>
        <p:xfrm>
          <a:off x="4776108" y="676456"/>
          <a:ext cx="4857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0" name="AxMath" r:id="rId5" imgW="242280" imgH="235800" progId="Equation.AxMath">
                  <p:embed/>
                </p:oleObj>
              </mc:Choice>
              <mc:Fallback>
                <p:oleObj name="AxMath" r:id="rId5" imgW="242280" imgH="2358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76108" y="676456"/>
                        <a:ext cx="485775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D6354F0-1723-490E-A96C-52E683DAC5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402364"/>
              </p:ext>
            </p:extLst>
          </p:nvPr>
        </p:nvGraphicFramePr>
        <p:xfrm>
          <a:off x="6407150" y="676456"/>
          <a:ext cx="164465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1" name="AxMath" r:id="rId7" imgW="822600" imgH="825840" progId="Equation.AxMath">
                  <p:embed/>
                </p:oleObj>
              </mc:Choice>
              <mc:Fallback>
                <p:oleObj name="AxMath" r:id="rId7" imgW="822600" imgH="82584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07150" y="676456"/>
                        <a:ext cx="1644650" cy="165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椭圆 9">
            <a:extLst>
              <a:ext uri="{FF2B5EF4-FFF2-40B4-BE49-F238E27FC236}">
                <a16:creationId xmlns:a16="http://schemas.microsoft.com/office/drawing/2014/main" id="{8E87974B-9D7C-48FB-A14C-81248F7C7EE1}"/>
              </a:ext>
            </a:extLst>
          </p:cNvPr>
          <p:cNvSpPr/>
          <p:nvPr/>
        </p:nvSpPr>
        <p:spPr>
          <a:xfrm>
            <a:off x="3500347" y="1825534"/>
            <a:ext cx="163286" cy="16328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28D63D5-249F-46FD-B511-B5621F438BF2}"/>
              </a:ext>
            </a:extLst>
          </p:cNvPr>
          <p:cNvCxnSpPr/>
          <p:nvPr/>
        </p:nvCxnSpPr>
        <p:spPr>
          <a:xfrm>
            <a:off x="4652011" y="4983254"/>
            <a:ext cx="25799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23F6DDC-CB5D-4F1D-A5B9-505D57810CE4}"/>
              </a:ext>
            </a:extLst>
          </p:cNvPr>
          <p:cNvCxnSpPr/>
          <p:nvPr/>
        </p:nvCxnSpPr>
        <p:spPr>
          <a:xfrm>
            <a:off x="4776108" y="3265488"/>
            <a:ext cx="2126254" cy="1417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34FFF5D-3AA1-485F-B4B4-9A6DCB97ECAE}"/>
              </a:ext>
            </a:extLst>
          </p:cNvPr>
          <p:cNvCxnSpPr/>
          <p:nvPr/>
        </p:nvCxnSpPr>
        <p:spPr>
          <a:xfrm flipV="1">
            <a:off x="4749982" y="3252425"/>
            <a:ext cx="2152380" cy="1476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4DDFFF5E-350A-4DEB-BD85-CB1DF869F4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828165"/>
              </p:ext>
            </p:extLst>
          </p:nvPr>
        </p:nvGraphicFramePr>
        <p:xfrm>
          <a:off x="4223386" y="4446270"/>
          <a:ext cx="4286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2" name="AxMath" r:id="rId9" imgW="214920" imgH="235800" progId="Equation.AxMath">
                  <p:embed/>
                </p:oleObj>
              </mc:Choice>
              <mc:Fallback>
                <p:oleObj name="AxMath" r:id="rId9" imgW="214920" imgH="235800" progId="Equation.AxMath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3580D11-0D92-4655-923F-B0C3382C63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23386" y="4446270"/>
                        <a:ext cx="428625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5E5442A3-7922-44E4-ACCC-FA8D559752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924129"/>
              </p:ext>
            </p:extLst>
          </p:nvPr>
        </p:nvGraphicFramePr>
        <p:xfrm>
          <a:off x="4163786" y="3028950"/>
          <a:ext cx="4857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3" name="AxMath" r:id="rId10" imgW="242280" imgH="235800" progId="Equation.AxMath">
                  <p:embed/>
                </p:oleObj>
              </mc:Choice>
              <mc:Fallback>
                <p:oleObj name="AxMath" r:id="rId10" imgW="242280" imgH="235800" progId="Equation.AxMath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C039333E-E23C-4B44-AC84-DBC9944D07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63786" y="3028950"/>
                        <a:ext cx="485775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B954217D-3407-4118-B0BC-781276D403DF}"/>
              </a:ext>
            </a:extLst>
          </p:cNvPr>
          <p:cNvSpPr txBox="1"/>
          <p:nvPr/>
        </p:nvSpPr>
        <p:spPr>
          <a:xfrm>
            <a:off x="0" y="0"/>
            <a:ext cx="2515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Landau Zener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</a:p>
        </p:txBody>
      </p:sp>
    </p:spTree>
    <p:extLst>
      <p:ext uri="{BB962C8B-B14F-4D97-AF65-F5344CB8AC3E}">
        <p14:creationId xmlns:p14="http://schemas.microsoft.com/office/powerpoint/2010/main" val="335645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B954217D-3407-4118-B0BC-781276D403DF}"/>
              </a:ext>
            </a:extLst>
          </p:cNvPr>
          <p:cNvSpPr txBox="1"/>
          <p:nvPr/>
        </p:nvSpPr>
        <p:spPr>
          <a:xfrm>
            <a:off x="0" y="0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STIRAP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1F192E8-21D2-483F-A417-D12332F1637D}"/>
              </a:ext>
            </a:extLst>
          </p:cNvPr>
          <p:cNvGrpSpPr/>
          <p:nvPr/>
        </p:nvGrpSpPr>
        <p:grpSpPr>
          <a:xfrm>
            <a:off x="1474799" y="860742"/>
            <a:ext cx="9591890" cy="5531440"/>
            <a:chOff x="1474799" y="860742"/>
            <a:chExt cx="9591890" cy="553144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D2CCC685-8854-4C24-9F59-8A49A07F8A70}"/>
                </a:ext>
              </a:extLst>
            </p:cNvPr>
            <p:cNvCxnSpPr/>
            <p:nvPr/>
          </p:nvCxnSpPr>
          <p:spPr>
            <a:xfrm>
              <a:off x="1687106" y="3481252"/>
              <a:ext cx="72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1F779528-1122-4ED1-8318-DD2D3A9CCFFC}"/>
                </a:ext>
              </a:extLst>
            </p:cNvPr>
            <p:cNvCxnSpPr/>
            <p:nvPr/>
          </p:nvCxnSpPr>
          <p:spPr>
            <a:xfrm>
              <a:off x="3346089" y="3024052"/>
              <a:ext cx="72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43580D11-0D92-4655-923F-B0C3382C63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1981360"/>
                </p:ext>
              </p:extLst>
            </p:nvPr>
          </p:nvGraphicFramePr>
          <p:xfrm>
            <a:off x="1832793" y="3634287"/>
            <a:ext cx="42862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0" name="AxMath" r:id="rId3" imgW="214920" imgH="235800" progId="Equation.AxMath">
                    <p:embed/>
                  </p:oleObj>
                </mc:Choice>
                <mc:Fallback>
                  <p:oleObj name="AxMath" r:id="rId3" imgW="214920" imgH="235800" progId="Equation.AxMath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43580D11-0D92-4655-923F-B0C3382C63D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32793" y="3634287"/>
                          <a:ext cx="428625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C039333E-E23C-4B44-AC84-DBC9944D07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9535640"/>
                </p:ext>
              </p:extLst>
            </p:nvPr>
          </p:nvGraphicFramePr>
          <p:xfrm>
            <a:off x="4127727" y="2787514"/>
            <a:ext cx="48577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1" name="AxMath" r:id="rId5" imgW="242280" imgH="235800" progId="Equation.AxMath">
                    <p:embed/>
                  </p:oleObj>
                </mc:Choice>
                <mc:Fallback>
                  <p:oleObj name="AxMath" r:id="rId5" imgW="242280" imgH="235800" progId="Equation.AxMath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C039333E-E23C-4B44-AC84-DBC9944D07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27727" y="2787514"/>
                          <a:ext cx="485775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8E87974B-9D7C-48FB-A14C-81248F7C7EE1}"/>
                </a:ext>
              </a:extLst>
            </p:cNvPr>
            <p:cNvSpPr/>
            <p:nvPr/>
          </p:nvSpPr>
          <p:spPr>
            <a:xfrm>
              <a:off x="1965462" y="3399609"/>
              <a:ext cx="163286" cy="16328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77971110-98B5-4A8B-958F-1EEB054A98C1}"/>
                </a:ext>
              </a:extLst>
            </p:cNvPr>
            <p:cNvCxnSpPr/>
            <p:nvPr/>
          </p:nvCxnSpPr>
          <p:spPr>
            <a:xfrm>
              <a:off x="2359389" y="1097280"/>
              <a:ext cx="72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14E1A716-117D-4D39-8767-2C292905C6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260327"/>
                </p:ext>
              </p:extLst>
            </p:nvPr>
          </p:nvGraphicFramePr>
          <p:xfrm>
            <a:off x="3346089" y="860742"/>
            <a:ext cx="565150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2" name="AxMath" r:id="rId7" imgW="282600" imgH="235800" progId="Equation.AxMath">
                    <p:embed/>
                  </p:oleObj>
                </mc:Choice>
                <mc:Fallback>
                  <p:oleObj name="AxMath" r:id="rId7" imgW="282600" imgH="2358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346089" y="860742"/>
                          <a:ext cx="565150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D202485F-30C2-4E9B-9224-753BBF3299F6}"/>
                </a:ext>
              </a:extLst>
            </p:cNvPr>
            <p:cNvCxnSpPr/>
            <p:nvPr/>
          </p:nvCxnSpPr>
          <p:spPr>
            <a:xfrm flipH="1">
              <a:off x="2128748" y="1195252"/>
              <a:ext cx="516481" cy="2037806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214F6A2-3080-4F43-8DD9-25FAA12E4DF3}"/>
                </a:ext>
              </a:extLst>
            </p:cNvPr>
            <p:cNvCxnSpPr/>
            <p:nvPr/>
          </p:nvCxnSpPr>
          <p:spPr>
            <a:xfrm>
              <a:off x="2906486" y="1195252"/>
              <a:ext cx="799603" cy="1724297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DF36659-467D-42A8-9ADE-BD7403ED4670}"/>
                </a:ext>
              </a:extLst>
            </p:cNvPr>
            <p:cNvSpPr txBox="1"/>
            <p:nvPr/>
          </p:nvSpPr>
          <p:spPr>
            <a:xfrm>
              <a:off x="1474799" y="1943101"/>
              <a:ext cx="7681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pump</a:t>
              </a:r>
              <a:endPara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6C6EF7B-14BD-436E-9862-87878045E764}"/>
                </a:ext>
              </a:extLst>
            </p:cNvPr>
            <p:cNvSpPr txBox="1"/>
            <p:nvPr/>
          </p:nvSpPr>
          <p:spPr>
            <a:xfrm>
              <a:off x="3446225" y="1823842"/>
              <a:ext cx="7248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stoke</a:t>
              </a:r>
              <a:endParaRPr lang="zh-CN" alt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60EA47E4-9208-4F1B-8EB5-9F72AE7827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7327714"/>
                </p:ext>
              </p:extLst>
            </p:nvPr>
          </p:nvGraphicFramePr>
          <p:xfrm>
            <a:off x="3658103" y="1532965"/>
            <a:ext cx="38417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3" name="AxMath" r:id="rId9" imgW="191520" imgH="228600" progId="Equation.AxMath">
                    <p:embed/>
                  </p:oleObj>
                </mc:Choice>
                <mc:Fallback>
                  <p:oleObj name="AxMath" r:id="rId9" imgW="19152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658103" y="1532965"/>
                          <a:ext cx="384175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0FBB3AB3-8B72-4FFF-8837-32699233E1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6428371"/>
                </p:ext>
              </p:extLst>
            </p:nvPr>
          </p:nvGraphicFramePr>
          <p:xfrm>
            <a:off x="1672969" y="1668493"/>
            <a:ext cx="41592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4" name="AxMath" r:id="rId11" imgW="207720" imgH="228600" progId="Equation.AxMath">
                    <p:embed/>
                  </p:oleObj>
                </mc:Choice>
                <mc:Fallback>
                  <p:oleObj name="AxMath" r:id="rId11" imgW="20772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672969" y="1668493"/>
                          <a:ext cx="415925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DF854537-BC1B-4272-9F1F-DA79EF0569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4467911"/>
                </p:ext>
              </p:extLst>
            </p:nvPr>
          </p:nvGraphicFramePr>
          <p:xfrm>
            <a:off x="5002621" y="881227"/>
            <a:ext cx="27432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5" name="AxMath" r:id="rId13" imgW="1371960" imgH="228600" progId="Equation.AxMath">
                    <p:embed/>
                  </p:oleObj>
                </mc:Choice>
                <mc:Fallback>
                  <p:oleObj name="AxMath" r:id="rId13" imgW="137196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002621" y="881227"/>
                          <a:ext cx="27432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2C8EEB51-1550-486E-8166-B9A55886B6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9100630"/>
                </p:ext>
              </p:extLst>
            </p:nvPr>
          </p:nvGraphicFramePr>
          <p:xfrm>
            <a:off x="4983163" y="1439455"/>
            <a:ext cx="27813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6" name="AxMath" r:id="rId15" imgW="1390320" imgH="228600" progId="Equation.AxMath">
                    <p:embed/>
                  </p:oleObj>
                </mc:Choice>
                <mc:Fallback>
                  <p:oleObj name="AxMath" r:id="rId15" imgW="1390320" imgH="228600" progId="Equation.AxMath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DF854537-BC1B-4272-9F1F-DA79EF0569C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983163" y="1439455"/>
                          <a:ext cx="27813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E750CE8B-999B-457A-9383-55A8918E8F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7716211"/>
                </p:ext>
              </p:extLst>
            </p:nvPr>
          </p:nvGraphicFramePr>
          <p:xfrm>
            <a:off x="4945471" y="2919549"/>
            <a:ext cx="2800350" cy="1330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7" name="AxMath" r:id="rId17" imgW="1400040" imgH="664560" progId="Equation.AxMath">
                    <p:embed/>
                  </p:oleObj>
                </mc:Choice>
                <mc:Fallback>
                  <p:oleObj name="AxMath" r:id="rId17" imgW="1400040" imgH="66456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945471" y="2919549"/>
                          <a:ext cx="2800350" cy="13303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85FE26EE-6266-4F08-A5E2-69ACA39090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2026946"/>
                </p:ext>
              </p:extLst>
            </p:nvPr>
          </p:nvGraphicFramePr>
          <p:xfrm>
            <a:off x="5002621" y="1985555"/>
            <a:ext cx="178117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8" name="AxMath" r:id="rId19" imgW="889920" imgH="228600" progId="Equation.AxMath">
                    <p:embed/>
                  </p:oleObj>
                </mc:Choice>
                <mc:Fallback>
                  <p:oleObj name="AxMath" r:id="rId19" imgW="88992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002621" y="1985555"/>
                          <a:ext cx="1781175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457A82A-EFEA-4A9A-A964-BFBA6688B364}"/>
                </a:ext>
              </a:extLst>
            </p:cNvPr>
            <p:cNvCxnSpPr>
              <a:cxnSpLocks/>
            </p:cNvCxnSpPr>
            <p:nvPr/>
          </p:nvCxnSpPr>
          <p:spPr>
            <a:xfrm>
              <a:off x="8080328" y="2476562"/>
              <a:ext cx="199861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3E37C23D-B0D3-4122-9D8B-1F6B55CFC92C}"/>
                </a:ext>
              </a:extLst>
            </p:cNvPr>
            <p:cNvCxnSpPr>
              <a:cxnSpLocks/>
            </p:cNvCxnSpPr>
            <p:nvPr/>
          </p:nvCxnSpPr>
          <p:spPr>
            <a:xfrm>
              <a:off x="8080328" y="1566772"/>
              <a:ext cx="1998617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F499BA9A-F689-448E-8D67-A8D94B523DBD}"/>
                </a:ext>
              </a:extLst>
            </p:cNvPr>
            <p:cNvCxnSpPr>
              <a:cxnSpLocks/>
            </p:cNvCxnSpPr>
            <p:nvPr/>
          </p:nvCxnSpPr>
          <p:spPr>
            <a:xfrm>
              <a:off x="8080328" y="3433416"/>
              <a:ext cx="1998617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B9592DE7-63D4-423B-B23E-213B0FBFA8BD}"/>
                </a:ext>
              </a:extLst>
            </p:cNvPr>
            <p:cNvSpPr txBox="1"/>
            <p:nvPr/>
          </p:nvSpPr>
          <p:spPr>
            <a:xfrm>
              <a:off x="10150792" y="2276507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D02B48DE-92FE-4DCD-9669-3E5E0F4E0A68}"/>
                </a:ext>
              </a:extLst>
            </p:cNvPr>
            <p:cNvCxnSpPr/>
            <p:nvPr/>
          </p:nvCxnSpPr>
          <p:spPr>
            <a:xfrm>
              <a:off x="8152175" y="1634008"/>
              <a:ext cx="0" cy="79030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FFC17530-2EEA-44EB-AB54-A0CF3AE4A898}"/>
                </a:ext>
              </a:extLst>
            </p:cNvPr>
            <p:cNvCxnSpPr/>
            <p:nvPr/>
          </p:nvCxnSpPr>
          <p:spPr>
            <a:xfrm>
              <a:off x="8152175" y="2558204"/>
              <a:ext cx="0" cy="79030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257DD3A6-E7B7-4186-9982-DD068B5675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7798128"/>
                </p:ext>
              </p:extLst>
            </p:nvPr>
          </p:nvGraphicFramePr>
          <p:xfrm>
            <a:off x="8264071" y="1849968"/>
            <a:ext cx="1774825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29" name="AxMath" r:id="rId21" imgW="887400" imgH="263520" progId="Equation.AxMath">
                    <p:embed/>
                  </p:oleObj>
                </mc:Choice>
                <mc:Fallback>
                  <p:oleObj name="AxMath" r:id="rId21" imgW="887400" imgH="26352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8264071" y="1849968"/>
                          <a:ext cx="1774825" cy="527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1D3C5AAD-1CAA-459D-8505-F240497124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0566750"/>
                </p:ext>
              </p:extLst>
            </p:nvPr>
          </p:nvGraphicFramePr>
          <p:xfrm>
            <a:off x="5465734" y="4451398"/>
            <a:ext cx="57467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0" name="AxMath" r:id="rId23" imgW="286920" imgH="235800" progId="Equation.AxMath">
                    <p:embed/>
                  </p:oleObj>
                </mc:Choice>
                <mc:Fallback>
                  <p:oleObj name="AxMath" r:id="rId23" imgW="286920" imgH="2358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465734" y="4451398"/>
                          <a:ext cx="574675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BF280F64-031B-4C05-90D9-13E6989C6716}"/>
                </a:ext>
              </a:extLst>
            </p:cNvPr>
            <p:cNvCxnSpPr/>
            <p:nvPr/>
          </p:nvCxnSpPr>
          <p:spPr>
            <a:xfrm flipH="1">
              <a:off x="4995879" y="4924473"/>
              <a:ext cx="515983" cy="58873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EA2BABA6-1D23-4883-8452-6E8D63BDEFC3}"/>
                </a:ext>
              </a:extLst>
            </p:cNvPr>
            <p:cNvCxnSpPr/>
            <p:nvPr/>
          </p:nvCxnSpPr>
          <p:spPr>
            <a:xfrm>
              <a:off x="5899948" y="4924473"/>
              <a:ext cx="767718" cy="5413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620870B-267A-4EDF-91AA-BAE0F204624E}"/>
                </a:ext>
              </a:extLst>
            </p:cNvPr>
            <p:cNvSpPr txBox="1"/>
            <p:nvPr/>
          </p:nvSpPr>
          <p:spPr>
            <a:xfrm>
              <a:off x="4412146" y="4902460"/>
              <a:ext cx="7793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8A69155-8CC6-47A9-90A4-2E6D853F584F}"/>
                </a:ext>
              </a:extLst>
            </p:cNvPr>
            <p:cNvSpPr txBox="1"/>
            <p:nvPr/>
          </p:nvSpPr>
          <p:spPr>
            <a:xfrm>
              <a:off x="6404038" y="4724418"/>
              <a:ext cx="7104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Final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58FE1581-ECFB-4625-8B60-83CC9EE475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5074869"/>
                </p:ext>
              </p:extLst>
            </p:nvPr>
          </p:nvGraphicFramePr>
          <p:xfrm>
            <a:off x="4709568" y="5528569"/>
            <a:ext cx="42862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1" name="AxMath" r:id="rId25" imgW="214920" imgH="235800" progId="Equation.AxMath">
                    <p:embed/>
                  </p:oleObj>
                </mc:Choice>
                <mc:Fallback>
                  <p:oleObj name="AxMath" r:id="rId25" imgW="214920" imgH="235800" progId="Equation.AxMath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43580D11-0D92-4655-923F-B0C3382C63D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709568" y="5528569"/>
                          <a:ext cx="428625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>
              <a:extLst>
                <a:ext uri="{FF2B5EF4-FFF2-40B4-BE49-F238E27FC236}">
                  <a16:creationId xmlns:a16="http://schemas.microsoft.com/office/drawing/2014/main" id="{D9FABCF6-A25F-4674-BAB4-F20A475589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3160165"/>
                </p:ext>
              </p:extLst>
            </p:nvPr>
          </p:nvGraphicFramePr>
          <p:xfrm>
            <a:off x="6486416" y="5513209"/>
            <a:ext cx="48577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2" name="AxMath" r:id="rId26" imgW="242280" imgH="235800" progId="Equation.AxMath">
                    <p:embed/>
                  </p:oleObj>
                </mc:Choice>
                <mc:Fallback>
                  <p:oleObj name="AxMath" r:id="rId26" imgW="242280" imgH="235800" progId="Equation.AxMath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C039333E-E23C-4B44-AC84-DBC9944D07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486416" y="5513209"/>
                          <a:ext cx="485775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56467BFD-56EF-4675-BB9B-1B8B559607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8636395"/>
                </p:ext>
              </p:extLst>
            </p:nvPr>
          </p:nvGraphicFramePr>
          <p:xfrm>
            <a:off x="3754426" y="5875749"/>
            <a:ext cx="19621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3" name="AxMath" r:id="rId27" imgW="980640" imgH="228600" progId="Equation.AxMath">
                    <p:embed/>
                  </p:oleObj>
                </mc:Choice>
                <mc:Fallback>
                  <p:oleObj name="AxMath" r:id="rId27" imgW="98064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754426" y="5875749"/>
                          <a:ext cx="196215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对象 50">
              <a:extLst>
                <a:ext uri="{FF2B5EF4-FFF2-40B4-BE49-F238E27FC236}">
                  <a16:creationId xmlns:a16="http://schemas.microsoft.com/office/drawing/2014/main" id="{1FD7094D-C1A7-4240-9850-2BCE2B8FD7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7333885"/>
                </p:ext>
              </p:extLst>
            </p:nvPr>
          </p:nvGraphicFramePr>
          <p:xfrm>
            <a:off x="6040409" y="5875749"/>
            <a:ext cx="19621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4" name="AxMath" r:id="rId29" imgW="980640" imgH="228600" progId="Equation.AxMath">
                    <p:embed/>
                  </p:oleObj>
                </mc:Choice>
                <mc:Fallback>
                  <p:oleObj name="AxMath" r:id="rId29" imgW="980640" imgH="228600" progId="Equation.AxMath">
                    <p:embed/>
                    <p:pic>
                      <p:nvPicPr>
                        <p:cNvPr id="49" name="对象 48">
                          <a:extLst>
                            <a:ext uri="{FF2B5EF4-FFF2-40B4-BE49-F238E27FC236}">
                              <a16:creationId xmlns:a16="http://schemas.microsoft.com/office/drawing/2014/main" id="{56467BFD-56EF-4675-BB9B-1B8B559607F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6040409" y="5875749"/>
                          <a:ext cx="196215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C2021947-1AFF-4C39-A2B9-1317C66B8D6B}"/>
                </a:ext>
              </a:extLst>
            </p:cNvPr>
            <p:cNvSpPr/>
            <p:nvPr/>
          </p:nvSpPr>
          <p:spPr>
            <a:xfrm>
              <a:off x="3658103" y="4354377"/>
              <a:ext cx="4402183" cy="2037805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4" name="对象 53">
              <a:extLst>
                <a:ext uri="{FF2B5EF4-FFF2-40B4-BE49-F238E27FC236}">
                  <a16:creationId xmlns:a16="http://schemas.microsoft.com/office/drawing/2014/main" id="{9405A869-1E87-4BB5-AF0A-122B1A15A9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7911520"/>
                </p:ext>
              </p:extLst>
            </p:nvPr>
          </p:nvGraphicFramePr>
          <p:xfrm>
            <a:off x="10485299" y="2280068"/>
            <a:ext cx="57467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5" name="AxMath" r:id="rId31" imgW="286920" imgH="235800" progId="Equation.AxMath">
                    <p:embed/>
                  </p:oleObj>
                </mc:Choice>
                <mc:Fallback>
                  <p:oleObj name="AxMath" r:id="rId31" imgW="286920" imgH="235800" progId="Equation.AxMath">
                    <p:embed/>
                    <p:pic>
                      <p:nvPicPr>
                        <p:cNvPr id="39" name="对象 38">
                          <a:extLst>
                            <a:ext uri="{FF2B5EF4-FFF2-40B4-BE49-F238E27FC236}">
                              <a16:creationId xmlns:a16="http://schemas.microsoft.com/office/drawing/2014/main" id="{1D3C5AAD-1CAA-459D-8505-F2404971240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0485299" y="2280068"/>
                          <a:ext cx="574675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对象 54">
              <a:extLst>
                <a:ext uri="{FF2B5EF4-FFF2-40B4-BE49-F238E27FC236}">
                  <a16:creationId xmlns:a16="http://schemas.microsoft.com/office/drawing/2014/main" id="{4B51C0FD-184E-4733-AD47-643F807A2E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5761050"/>
                </p:ext>
              </p:extLst>
            </p:nvPr>
          </p:nvGraphicFramePr>
          <p:xfrm>
            <a:off x="9285514" y="1026737"/>
            <a:ext cx="178117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6" name="AxMath" r:id="rId32" imgW="891360" imgH="235800" progId="Equation.AxMath">
                    <p:embed/>
                  </p:oleObj>
                </mc:Choice>
                <mc:Fallback>
                  <p:oleObj name="AxMath" r:id="rId32" imgW="891360" imgH="2358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9285514" y="1026737"/>
                          <a:ext cx="1781175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对象 55">
              <a:extLst>
                <a:ext uri="{FF2B5EF4-FFF2-40B4-BE49-F238E27FC236}">
                  <a16:creationId xmlns:a16="http://schemas.microsoft.com/office/drawing/2014/main" id="{FFEF070C-590F-45CD-A4B7-D2F9E3BEE1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7280465"/>
                </p:ext>
              </p:extLst>
            </p:nvPr>
          </p:nvGraphicFramePr>
          <p:xfrm>
            <a:off x="9040583" y="3507259"/>
            <a:ext cx="1936750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37" name="AxMath" r:id="rId34" imgW="969120" imgH="235800" progId="Equation.AxMath">
                    <p:embed/>
                  </p:oleObj>
                </mc:Choice>
                <mc:Fallback>
                  <p:oleObj name="AxMath" r:id="rId34" imgW="969120" imgH="235800" progId="Equation.AxMath">
                    <p:embed/>
                    <p:pic>
                      <p:nvPicPr>
                        <p:cNvPr id="55" name="对象 54">
                          <a:extLst>
                            <a:ext uri="{FF2B5EF4-FFF2-40B4-BE49-F238E27FC236}">
                              <a16:creationId xmlns:a16="http://schemas.microsoft.com/office/drawing/2014/main" id="{4B51C0FD-184E-4733-AD47-643F807A2E6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9040583" y="3507259"/>
                          <a:ext cx="1936750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47540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45D6123-1DE6-47CD-9E6E-D5AFFE523273}"/>
              </a:ext>
            </a:extLst>
          </p:cNvPr>
          <p:cNvGrpSpPr/>
          <p:nvPr/>
        </p:nvGrpSpPr>
        <p:grpSpPr>
          <a:xfrm>
            <a:off x="3133318" y="219257"/>
            <a:ext cx="7966482" cy="5832293"/>
            <a:chOff x="3133318" y="219257"/>
            <a:chExt cx="7966482" cy="5832293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CCF608E8-74C7-409A-89BE-F479CADE4187}"/>
                </a:ext>
              </a:extLst>
            </p:cNvPr>
            <p:cNvCxnSpPr>
              <a:cxnSpLocks/>
            </p:cNvCxnSpPr>
            <p:nvPr/>
          </p:nvCxnSpPr>
          <p:spPr>
            <a:xfrm>
              <a:off x="3363685" y="2834640"/>
              <a:ext cx="593706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C6C4425C-C565-48C6-B26F-660457C179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8858" y="248194"/>
              <a:ext cx="0" cy="471569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AE02F25F-02BB-48DB-B733-76677EDF97C7}"/>
                </a:ext>
              </a:extLst>
            </p:cNvPr>
            <p:cNvCxnSpPr>
              <a:cxnSpLocks/>
            </p:cNvCxnSpPr>
            <p:nvPr/>
          </p:nvCxnSpPr>
          <p:spPr>
            <a:xfrm>
              <a:off x="6146075" y="2710543"/>
              <a:ext cx="0" cy="2481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A02F61E3-5FBF-492A-9657-01EB2A9F2D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3392401"/>
                </p:ext>
              </p:extLst>
            </p:nvPr>
          </p:nvGraphicFramePr>
          <p:xfrm>
            <a:off x="9448800" y="2594927"/>
            <a:ext cx="1651000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76" name="AxMath" r:id="rId3" imgW="826200" imgH="239400" progId="Equation.AxMath">
                    <p:embed/>
                  </p:oleObj>
                </mc:Choice>
                <mc:Fallback>
                  <p:oleObj name="AxMath" r:id="rId3" imgW="826200" imgH="2394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448800" y="2594927"/>
                          <a:ext cx="1651000" cy="479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E30D8C57-4EC4-4E77-B5CB-3975437FAE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1554270"/>
                </p:ext>
              </p:extLst>
            </p:nvPr>
          </p:nvGraphicFramePr>
          <p:xfrm>
            <a:off x="3133318" y="219257"/>
            <a:ext cx="70802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77" name="AxMath" r:id="rId5" imgW="354240" imgH="235800" progId="Equation.AxMath">
                    <p:embed/>
                  </p:oleObj>
                </mc:Choice>
                <mc:Fallback>
                  <p:oleObj name="AxMath" r:id="rId5" imgW="354240" imgH="2358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33318" y="219257"/>
                          <a:ext cx="708025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BC3984E4-F896-439A-8BD6-23A0B3081078}"/>
                </a:ext>
              </a:extLst>
            </p:cNvPr>
            <p:cNvSpPr/>
            <p:nvPr/>
          </p:nvSpPr>
          <p:spPr>
            <a:xfrm>
              <a:off x="3958046" y="404949"/>
              <a:ext cx="2161903" cy="4702195"/>
            </a:xfrm>
            <a:custGeom>
              <a:avLst/>
              <a:gdLst>
                <a:gd name="connsiteX0" fmla="*/ 0 w 2161903"/>
                <a:gd name="connsiteY0" fmla="*/ 0 h 4702195"/>
                <a:gd name="connsiteX1" fmla="*/ 32657 w 2161903"/>
                <a:gd name="connsiteY1" fmla="*/ 1796142 h 4702195"/>
                <a:gd name="connsiteX2" fmla="*/ 156754 w 2161903"/>
                <a:gd name="connsiteY2" fmla="*/ 3592285 h 4702195"/>
                <a:gd name="connsiteX3" fmla="*/ 418011 w 2161903"/>
                <a:gd name="connsiteY3" fmla="*/ 4513217 h 4702195"/>
                <a:gd name="connsiteX4" fmla="*/ 875211 w 2161903"/>
                <a:gd name="connsiteY4" fmla="*/ 4663440 h 4702195"/>
                <a:gd name="connsiteX5" fmla="*/ 1227908 w 2161903"/>
                <a:gd name="connsiteY5" fmla="*/ 4003765 h 4702195"/>
                <a:gd name="connsiteX6" fmla="*/ 1678577 w 2161903"/>
                <a:gd name="connsiteY6" fmla="*/ 2906485 h 4702195"/>
                <a:gd name="connsiteX7" fmla="*/ 1887583 w 2161903"/>
                <a:gd name="connsiteY7" fmla="*/ 2612571 h 4702195"/>
                <a:gd name="connsiteX8" fmla="*/ 2161903 w 2161903"/>
                <a:gd name="connsiteY8" fmla="*/ 2468880 h 4702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1903" h="4702195">
                  <a:moveTo>
                    <a:pt x="0" y="0"/>
                  </a:moveTo>
                  <a:cubicBezTo>
                    <a:pt x="3265" y="598714"/>
                    <a:pt x="6531" y="1197428"/>
                    <a:pt x="32657" y="1796142"/>
                  </a:cubicBezTo>
                  <a:cubicBezTo>
                    <a:pt x="58783" y="2394856"/>
                    <a:pt x="92528" y="3139439"/>
                    <a:pt x="156754" y="3592285"/>
                  </a:cubicBezTo>
                  <a:cubicBezTo>
                    <a:pt x="220980" y="4045131"/>
                    <a:pt x="298268" y="4334691"/>
                    <a:pt x="418011" y="4513217"/>
                  </a:cubicBezTo>
                  <a:cubicBezTo>
                    <a:pt x="537754" y="4691743"/>
                    <a:pt x="740228" y="4748349"/>
                    <a:pt x="875211" y="4663440"/>
                  </a:cubicBezTo>
                  <a:cubicBezTo>
                    <a:pt x="1010194" y="4578531"/>
                    <a:pt x="1094014" y="4296591"/>
                    <a:pt x="1227908" y="4003765"/>
                  </a:cubicBezTo>
                  <a:cubicBezTo>
                    <a:pt x="1361802" y="3710939"/>
                    <a:pt x="1568631" y="3138351"/>
                    <a:pt x="1678577" y="2906485"/>
                  </a:cubicBezTo>
                  <a:cubicBezTo>
                    <a:pt x="1788523" y="2674619"/>
                    <a:pt x="1807029" y="2685505"/>
                    <a:pt x="1887583" y="2612571"/>
                  </a:cubicBezTo>
                  <a:cubicBezTo>
                    <a:pt x="1968137" y="2539637"/>
                    <a:pt x="2065020" y="2504258"/>
                    <a:pt x="2161903" y="246888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989B2C1E-541D-4059-9D36-5C12F9C683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3794067"/>
                </p:ext>
              </p:extLst>
            </p:nvPr>
          </p:nvGraphicFramePr>
          <p:xfrm>
            <a:off x="5158650" y="4100921"/>
            <a:ext cx="793750" cy="835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78" name="AxMath" r:id="rId7" imgW="396360" imgH="417600" progId="Equation.AxMath">
                    <p:embed/>
                  </p:oleObj>
                </mc:Choice>
                <mc:Fallback>
                  <p:oleObj name="AxMath" r:id="rId7" imgW="396360" imgH="417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158650" y="4100921"/>
                          <a:ext cx="793750" cy="835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4076C677-6963-4DF8-9024-BD2CBE60D9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8598953"/>
                </p:ext>
              </p:extLst>
            </p:nvPr>
          </p:nvGraphicFramePr>
          <p:xfrm>
            <a:off x="4035425" y="1052513"/>
            <a:ext cx="876300" cy="835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79" name="AxMath" r:id="rId9" imgW="438840" imgH="417600" progId="Equation.AxMath">
                    <p:embed/>
                  </p:oleObj>
                </mc:Choice>
                <mc:Fallback>
                  <p:oleObj name="AxMath" r:id="rId9" imgW="438840" imgH="417600" progId="Equation.AxMath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989B2C1E-541D-4059-9D36-5C12F9C683B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35425" y="1052513"/>
                          <a:ext cx="876300" cy="835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AC44FA7A-4A9D-44D9-9E30-9700ECCB6B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2149194"/>
                </p:ext>
              </p:extLst>
            </p:nvPr>
          </p:nvGraphicFramePr>
          <p:xfrm>
            <a:off x="6021797" y="2344533"/>
            <a:ext cx="2984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80" name="AxMath" r:id="rId11" imgW="149760" imgH="228600" progId="Equation.AxMath">
                    <p:embed/>
                  </p:oleObj>
                </mc:Choice>
                <mc:Fallback>
                  <p:oleObj name="AxMath" r:id="rId11" imgW="14976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021797" y="2344533"/>
                          <a:ext cx="29845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43AFCDD0-16E6-48E5-AE75-C66B959CE1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7833136"/>
                </p:ext>
              </p:extLst>
            </p:nvPr>
          </p:nvGraphicFramePr>
          <p:xfrm>
            <a:off x="7968117" y="2939915"/>
            <a:ext cx="85407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81" name="AxMath" r:id="rId13" imgW="427680" imgH="228600" progId="Equation.AxMath">
                    <p:embed/>
                  </p:oleObj>
                </mc:Choice>
                <mc:Fallback>
                  <p:oleObj name="AxMath" r:id="rId13" imgW="42768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968117" y="2939915"/>
                          <a:ext cx="854075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EC358F88-43F2-4099-A918-746B1F79C603}"/>
                </a:ext>
              </a:extLst>
            </p:cNvPr>
            <p:cNvCxnSpPr>
              <a:cxnSpLocks/>
            </p:cNvCxnSpPr>
            <p:nvPr/>
          </p:nvCxnSpPr>
          <p:spPr>
            <a:xfrm>
              <a:off x="8051075" y="2710542"/>
              <a:ext cx="0" cy="2481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DFE3B67C-2C0F-45B7-B930-18E9FDB3CCC5}"/>
                </a:ext>
              </a:extLst>
            </p:cNvPr>
            <p:cNvCxnSpPr>
              <a:cxnSpLocks/>
            </p:cNvCxnSpPr>
            <p:nvPr/>
          </p:nvCxnSpPr>
          <p:spPr>
            <a:xfrm>
              <a:off x="6578600" y="2889250"/>
              <a:ext cx="0" cy="2217894"/>
            </a:xfrm>
            <a:prstGeom prst="straightConnector1">
              <a:avLst/>
            </a:prstGeom>
            <a:ln w="25400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633D9F4A-517B-4595-B581-B5D5D8A7FA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7880491"/>
                </p:ext>
              </p:extLst>
            </p:nvPr>
          </p:nvGraphicFramePr>
          <p:xfrm>
            <a:off x="6632575" y="4240213"/>
            <a:ext cx="11176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82" name="AxMath" r:id="rId15" imgW="558720" imgH="228600" progId="Equation.AxMath">
                    <p:embed/>
                  </p:oleObj>
                </mc:Choice>
                <mc:Fallback>
                  <p:oleObj name="AxMath" r:id="rId15" imgW="55872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632575" y="4240213"/>
                          <a:ext cx="11176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297C81B0-208D-4513-B596-28A9ED4902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39287"/>
                </p:ext>
              </p:extLst>
            </p:nvPr>
          </p:nvGraphicFramePr>
          <p:xfrm>
            <a:off x="4805363" y="5210175"/>
            <a:ext cx="4378325" cy="841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83" name="AxMath" r:id="rId17" imgW="2189520" imgH="420840" progId="Equation.AxMath">
                    <p:embed/>
                  </p:oleObj>
                </mc:Choice>
                <mc:Fallback>
                  <p:oleObj name="AxMath" r:id="rId17" imgW="2189520" imgH="42084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805363" y="5210175"/>
                          <a:ext cx="4378325" cy="841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2AA82024-F95D-4447-83F3-EB6B3C5230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6280426"/>
                </p:ext>
              </p:extLst>
            </p:nvPr>
          </p:nvGraphicFramePr>
          <p:xfrm>
            <a:off x="6886575" y="399098"/>
            <a:ext cx="3136900" cy="831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84" name="AxMath" r:id="rId19" imgW="1568880" imgH="415800" progId="Equation.AxMath">
                    <p:embed/>
                  </p:oleObj>
                </mc:Choice>
                <mc:Fallback>
                  <p:oleObj name="AxMath" r:id="rId19" imgW="1568880" imgH="4158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886575" y="399098"/>
                          <a:ext cx="3136900" cy="8318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491C15D6-F2ED-4418-ACAD-5D09F6D4D2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3150" y="926148"/>
              <a:ext cx="0" cy="85820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660EAD8B-B35D-46DB-B4EF-D1C6F06A1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5750" y="926148"/>
              <a:ext cx="0" cy="304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90BC2C0-DBCE-43E5-A079-25AAC2BD99E0}"/>
                </a:ext>
              </a:extLst>
            </p:cNvPr>
            <p:cNvSpPr txBox="1"/>
            <p:nvPr/>
          </p:nvSpPr>
          <p:spPr>
            <a:xfrm>
              <a:off x="6886575" y="1702872"/>
              <a:ext cx="1043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Quantum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EC73EA8-B137-4E0F-8811-78AAD41D4A50}"/>
                </a:ext>
              </a:extLst>
            </p:cNvPr>
            <p:cNvSpPr txBox="1"/>
            <p:nvPr/>
          </p:nvSpPr>
          <p:spPr>
            <a:xfrm>
              <a:off x="7529137" y="1198150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Dilute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3402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300A2B01-8EC7-48E3-A24D-0A64774F19F3}"/>
              </a:ext>
            </a:extLst>
          </p:cNvPr>
          <p:cNvGrpSpPr/>
          <p:nvPr/>
        </p:nvGrpSpPr>
        <p:grpSpPr>
          <a:xfrm>
            <a:off x="3133318" y="219257"/>
            <a:ext cx="7966482" cy="4887887"/>
            <a:chOff x="3133318" y="219257"/>
            <a:chExt cx="7966482" cy="4887887"/>
          </a:xfrm>
        </p:grpSpPr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F028658A-02CE-43EB-A071-39D00A51EAB1}"/>
                </a:ext>
              </a:extLst>
            </p:cNvPr>
            <p:cNvSpPr/>
            <p:nvPr/>
          </p:nvSpPr>
          <p:spPr>
            <a:xfrm>
              <a:off x="6159136" y="1456259"/>
              <a:ext cx="3920852" cy="764178"/>
            </a:xfrm>
            <a:custGeom>
              <a:avLst/>
              <a:gdLst>
                <a:gd name="connsiteX0" fmla="*/ 0 w 7204165"/>
                <a:gd name="connsiteY0" fmla="*/ 0 h 764178"/>
                <a:gd name="connsiteX1" fmla="*/ 711925 w 7204165"/>
                <a:gd name="connsiteY1" fmla="*/ 738052 h 764178"/>
                <a:gd name="connsiteX2" fmla="*/ 1443445 w 7204165"/>
                <a:gd name="connsiteY2" fmla="*/ 39189 h 764178"/>
                <a:gd name="connsiteX3" fmla="*/ 2168434 w 7204165"/>
                <a:gd name="connsiteY3" fmla="*/ 751115 h 764178"/>
                <a:gd name="connsiteX4" fmla="*/ 2867297 w 7204165"/>
                <a:gd name="connsiteY4" fmla="*/ 45720 h 764178"/>
                <a:gd name="connsiteX5" fmla="*/ 3605348 w 7204165"/>
                <a:gd name="connsiteY5" fmla="*/ 738052 h 764178"/>
                <a:gd name="connsiteX6" fmla="*/ 4304211 w 7204165"/>
                <a:gd name="connsiteY6" fmla="*/ 19595 h 764178"/>
                <a:gd name="connsiteX7" fmla="*/ 5048794 w 7204165"/>
                <a:gd name="connsiteY7" fmla="*/ 718458 h 764178"/>
                <a:gd name="connsiteX8" fmla="*/ 5760720 w 7204165"/>
                <a:gd name="connsiteY8" fmla="*/ 32658 h 764178"/>
                <a:gd name="connsiteX9" fmla="*/ 6492240 w 7204165"/>
                <a:gd name="connsiteY9" fmla="*/ 764178 h 764178"/>
                <a:gd name="connsiteX10" fmla="*/ 7204165 w 7204165"/>
                <a:gd name="connsiteY10" fmla="*/ 32658 h 764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04165" h="764178">
                  <a:moveTo>
                    <a:pt x="0" y="0"/>
                  </a:moveTo>
                  <a:cubicBezTo>
                    <a:pt x="235675" y="365760"/>
                    <a:pt x="471351" y="731521"/>
                    <a:pt x="711925" y="738052"/>
                  </a:cubicBezTo>
                  <a:cubicBezTo>
                    <a:pt x="952499" y="744583"/>
                    <a:pt x="1200694" y="37012"/>
                    <a:pt x="1443445" y="39189"/>
                  </a:cubicBezTo>
                  <a:cubicBezTo>
                    <a:pt x="1686196" y="41366"/>
                    <a:pt x="1931125" y="750027"/>
                    <a:pt x="2168434" y="751115"/>
                  </a:cubicBezTo>
                  <a:cubicBezTo>
                    <a:pt x="2405743" y="752203"/>
                    <a:pt x="2627811" y="47897"/>
                    <a:pt x="2867297" y="45720"/>
                  </a:cubicBezTo>
                  <a:cubicBezTo>
                    <a:pt x="3106783" y="43543"/>
                    <a:pt x="3365862" y="742406"/>
                    <a:pt x="3605348" y="738052"/>
                  </a:cubicBezTo>
                  <a:cubicBezTo>
                    <a:pt x="3844834" y="733698"/>
                    <a:pt x="4063637" y="22861"/>
                    <a:pt x="4304211" y="19595"/>
                  </a:cubicBezTo>
                  <a:cubicBezTo>
                    <a:pt x="4544785" y="16329"/>
                    <a:pt x="4806043" y="716281"/>
                    <a:pt x="5048794" y="718458"/>
                  </a:cubicBezTo>
                  <a:cubicBezTo>
                    <a:pt x="5291545" y="720635"/>
                    <a:pt x="5520146" y="25038"/>
                    <a:pt x="5760720" y="32658"/>
                  </a:cubicBezTo>
                  <a:cubicBezTo>
                    <a:pt x="6001294" y="40278"/>
                    <a:pt x="6251666" y="764178"/>
                    <a:pt x="6492240" y="764178"/>
                  </a:cubicBezTo>
                  <a:cubicBezTo>
                    <a:pt x="6732814" y="764178"/>
                    <a:pt x="7073537" y="166552"/>
                    <a:pt x="7204165" y="32658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C983D1FB-5599-4802-AAD8-947EED7A01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3685" y="2834640"/>
              <a:ext cx="593706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FFE69048-5C97-40CD-93E7-FA8ABB5A27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8858" y="248194"/>
              <a:ext cx="0" cy="471569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F062B52-A5F2-4E94-A271-2D024C7B42FD}"/>
                </a:ext>
              </a:extLst>
            </p:cNvPr>
            <p:cNvCxnSpPr>
              <a:cxnSpLocks/>
            </p:cNvCxnSpPr>
            <p:nvPr/>
          </p:nvCxnSpPr>
          <p:spPr>
            <a:xfrm>
              <a:off x="6146075" y="822960"/>
              <a:ext cx="0" cy="2723606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3E46EA48-E679-4FB3-8529-0A69878A8D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2493481"/>
                </p:ext>
              </p:extLst>
            </p:nvPr>
          </p:nvGraphicFramePr>
          <p:xfrm>
            <a:off x="9448800" y="2594927"/>
            <a:ext cx="1651000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38" name="AxMath" r:id="rId3" imgW="826200" imgH="239400" progId="Equation.AxMath">
                    <p:embed/>
                  </p:oleObj>
                </mc:Choice>
                <mc:Fallback>
                  <p:oleObj name="AxMath" r:id="rId3" imgW="826200" imgH="239400" progId="Equation.AxMath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A02F61E3-5FBF-492A-9657-01EB2A9F2D8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448800" y="2594927"/>
                          <a:ext cx="1651000" cy="479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6D27449D-3D0B-49C7-BF4F-2B4AC52550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8780773"/>
                </p:ext>
              </p:extLst>
            </p:nvPr>
          </p:nvGraphicFramePr>
          <p:xfrm>
            <a:off x="3133318" y="219257"/>
            <a:ext cx="70802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39" name="AxMath" r:id="rId5" imgW="354240" imgH="235800" progId="Equation.AxMath">
                    <p:embed/>
                  </p:oleObj>
                </mc:Choice>
                <mc:Fallback>
                  <p:oleObj name="AxMath" r:id="rId5" imgW="354240" imgH="235800" progId="Equation.AxMath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E30D8C57-4EC4-4E77-B5CB-3975437FAE0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33318" y="219257"/>
                          <a:ext cx="708025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77F37A97-7300-4389-92E0-20B1B82BEA7A}"/>
                </a:ext>
              </a:extLst>
            </p:cNvPr>
            <p:cNvSpPr/>
            <p:nvPr/>
          </p:nvSpPr>
          <p:spPr>
            <a:xfrm>
              <a:off x="3958046" y="404949"/>
              <a:ext cx="2161903" cy="4702195"/>
            </a:xfrm>
            <a:custGeom>
              <a:avLst/>
              <a:gdLst>
                <a:gd name="connsiteX0" fmla="*/ 0 w 2161903"/>
                <a:gd name="connsiteY0" fmla="*/ 0 h 4702195"/>
                <a:gd name="connsiteX1" fmla="*/ 32657 w 2161903"/>
                <a:gd name="connsiteY1" fmla="*/ 1796142 h 4702195"/>
                <a:gd name="connsiteX2" fmla="*/ 156754 w 2161903"/>
                <a:gd name="connsiteY2" fmla="*/ 3592285 h 4702195"/>
                <a:gd name="connsiteX3" fmla="*/ 418011 w 2161903"/>
                <a:gd name="connsiteY3" fmla="*/ 4513217 h 4702195"/>
                <a:gd name="connsiteX4" fmla="*/ 875211 w 2161903"/>
                <a:gd name="connsiteY4" fmla="*/ 4663440 h 4702195"/>
                <a:gd name="connsiteX5" fmla="*/ 1227908 w 2161903"/>
                <a:gd name="connsiteY5" fmla="*/ 4003765 h 4702195"/>
                <a:gd name="connsiteX6" fmla="*/ 1678577 w 2161903"/>
                <a:gd name="connsiteY6" fmla="*/ 2906485 h 4702195"/>
                <a:gd name="connsiteX7" fmla="*/ 1887583 w 2161903"/>
                <a:gd name="connsiteY7" fmla="*/ 2612571 h 4702195"/>
                <a:gd name="connsiteX8" fmla="*/ 2161903 w 2161903"/>
                <a:gd name="connsiteY8" fmla="*/ 2468880 h 4702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1903" h="4702195">
                  <a:moveTo>
                    <a:pt x="0" y="0"/>
                  </a:moveTo>
                  <a:cubicBezTo>
                    <a:pt x="3265" y="598714"/>
                    <a:pt x="6531" y="1197428"/>
                    <a:pt x="32657" y="1796142"/>
                  </a:cubicBezTo>
                  <a:cubicBezTo>
                    <a:pt x="58783" y="2394856"/>
                    <a:pt x="92528" y="3139439"/>
                    <a:pt x="156754" y="3592285"/>
                  </a:cubicBezTo>
                  <a:cubicBezTo>
                    <a:pt x="220980" y="4045131"/>
                    <a:pt x="298268" y="4334691"/>
                    <a:pt x="418011" y="4513217"/>
                  </a:cubicBezTo>
                  <a:cubicBezTo>
                    <a:pt x="537754" y="4691743"/>
                    <a:pt x="740228" y="4748349"/>
                    <a:pt x="875211" y="4663440"/>
                  </a:cubicBezTo>
                  <a:cubicBezTo>
                    <a:pt x="1010194" y="4578531"/>
                    <a:pt x="1094014" y="4296591"/>
                    <a:pt x="1227908" y="4003765"/>
                  </a:cubicBezTo>
                  <a:cubicBezTo>
                    <a:pt x="1361802" y="3710939"/>
                    <a:pt x="1568631" y="3138351"/>
                    <a:pt x="1678577" y="2906485"/>
                  </a:cubicBezTo>
                  <a:cubicBezTo>
                    <a:pt x="1788523" y="2674619"/>
                    <a:pt x="1807029" y="2685505"/>
                    <a:pt x="1887583" y="2612571"/>
                  </a:cubicBezTo>
                  <a:cubicBezTo>
                    <a:pt x="1968137" y="2539637"/>
                    <a:pt x="2065020" y="2504258"/>
                    <a:pt x="2161903" y="246888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B7E9BA2F-27EB-4097-BB8C-A186F4E139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328943"/>
                </p:ext>
              </p:extLst>
            </p:nvPr>
          </p:nvGraphicFramePr>
          <p:xfrm>
            <a:off x="6021797" y="2344533"/>
            <a:ext cx="2984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40" name="AxMath" r:id="rId7" imgW="149760" imgH="228600" progId="Equation.AxMath">
                    <p:embed/>
                  </p:oleObj>
                </mc:Choice>
                <mc:Fallback>
                  <p:oleObj name="AxMath" r:id="rId7" imgW="149760" imgH="228600" progId="Equation.AxMath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AC44FA7A-4A9D-44D9-9E30-9700ECCB6BD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021797" y="2344533"/>
                          <a:ext cx="29845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F6A5D4E3-9A29-4CD4-B529-8E54858C7B30}"/>
                </a:ext>
              </a:extLst>
            </p:cNvPr>
            <p:cNvSpPr/>
            <p:nvPr/>
          </p:nvSpPr>
          <p:spPr>
            <a:xfrm>
              <a:off x="4232368" y="1418690"/>
              <a:ext cx="1907177" cy="297206"/>
            </a:xfrm>
            <a:custGeom>
              <a:avLst/>
              <a:gdLst>
                <a:gd name="connsiteX0" fmla="*/ 0 w 1907177"/>
                <a:gd name="connsiteY0" fmla="*/ 297206 h 297206"/>
                <a:gd name="connsiteX1" fmla="*/ 437605 w 1907177"/>
                <a:gd name="connsiteY1" fmla="*/ 3292 h 297206"/>
                <a:gd name="connsiteX2" fmla="*/ 1221377 w 1907177"/>
                <a:gd name="connsiteY2" fmla="*/ 133921 h 297206"/>
                <a:gd name="connsiteX3" fmla="*/ 1678577 w 1907177"/>
                <a:gd name="connsiteY3" fmla="*/ 49012 h 297206"/>
                <a:gd name="connsiteX4" fmla="*/ 1907177 w 1907177"/>
                <a:gd name="connsiteY4" fmla="*/ 49012 h 297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7177" h="297206">
                  <a:moveTo>
                    <a:pt x="0" y="297206"/>
                  </a:moveTo>
                  <a:cubicBezTo>
                    <a:pt x="117021" y="163856"/>
                    <a:pt x="234042" y="30506"/>
                    <a:pt x="437605" y="3292"/>
                  </a:cubicBezTo>
                  <a:cubicBezTo>
                    <a:pt x="641168" y="-23922"/>
                    <a:pt x="1014548" y="126301"/>
                    <a:pt x="1221377" y="133921"/>
                  </a:cubicBezTo>
                  <a:cubicBezTo>
                    <a:pt x="1428206" y="141541"/>
                    <a:pt x="1564277" y="63163"/>
                    <a:pt x="1678577" y="49012"/>
                  </a:cubicBezTo>
                  <a:cubicBezTo>
                    <a:pt x="1792877" y="34860"/>
                    <a:pt x="1850027" y="41936"/>
                    <a:pt x="1907177" y="49012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1580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07B8533-EBD0-4BFB-BA0A-8727DD9799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090341"/>
              </p:ext>
            </p:extLst>
          </p:nvPr>
        </p:nvGraphicFramePr>
        <p:xfrm>
          <a:off x="1212078" y="762772"/>
          <a:ext cx="5895976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2" name="AxMath" r:id="rId3" imgW="2948040" imgH="946800" progId="Equation.AxMath">
                  <p:embed/>
                </p:oleObj>
              </mc:Choice>
              <mc:Fallback>
                <p:oleObj name="AxMath" r:id="rId3" imgW="2948040" imgH="9468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2078" y="762772"/>
                        <a:ext cx="5895976" cy="189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7691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>
            <a:extLst>
              <a:ext uri="{FF2B5EF4-FFF2-40B4-BE49-F238E27FC236}">
                <a16:creationId xmlns:a16="http://schemas.microsoft.com/office/drawing/2014/main" id="{FB5B8ED1-19D6-40C6-B364-9F274143DB5B}"/>
              </a:ext>
            </a:extLst>
          </p:cNvPr>
          <p:cNvGrpSpPr/>
          <p:nvPr/>
        </p:nvGrpSpPr>
        <p:grpSpPr>
          <a:xfrm>
            <a:off x="287021" y="332016"/>
            <a:ext cx="11334107" cy="6387065"/>
            <a:chOff x="287021" y="332016"/>
            <a:chExt cx="11334107" cy="6387065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37E50EEC-7769-4840-91AB-9428DD4DC669}"/>
                </a:ext>
              </a:extLst>
            </p:cNvPr>
            <p:cNvCxnSpPr>
              <a:cxnSpLocks/>
            </p:cNvCxnSpPr>
            <p:nvPr/>
          </p:nvCxnSpPr>
          <p:spPr>
            <a:xfrm>
              <a:off x="1552800" y="4257509"/>
              <a:ext cx="2666422" cy="2234560"/>
            </a:xfrm>
            <a:prstGeom prst="line">
              <a:avLst/>
            </a:prstGeom>
            <a:ln w="317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1A57B86D-7E5C-4369-BD0F-538790C1756C}"/>
                </a:ext>
              </a:extLst>
            </p:cNvPr>
            <p:cNvCxnSpPr/>
            <p:nvPr/>
          </p:nvCxnSpPr>
          <p:spPr>
            <a:xfrm>
              <a:off x="706121" y="4239441"/>
              <a:ext cx="4349931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C2CF7AF1-E9CB-4EF2-9B34-C06960EB82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8675" y="2462893"/>
              <a:ext cx="0" cy="387966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EA8BBA7E-5B67-412C-B7B0-A25F6791FB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980491"/>
                </p:ext>
              </p:extLst>
            </p:nvPr>
          </p:nvGraphicFramePr>
          <p:xfrm>
            <a:off x="291374" y="4754448"/>
            <a:ext cx="8382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10" name="AxMath" r:id="rId3" imgW="419760" imgH="228600" progId="Equation.AxMath">
                    <p:embed/>
                  </p:oleObj>
                </mc:Choice>
                <mc:Fallback>
                  <p:oleObj name="AxMath" r:id="rId3" imgW="41976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1374" y="4754448"/>
                          <a:ext cx="8382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5FC9031E-1C2B-4C7A-B7C2-512B333E2F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5003545"/>
                </p:ext>
              </p:extLst>
            </p:nvPr>
          </p:nvGraphicFramePr>
          <p:xfrm>
            <a:off x="1605008" y="2136321"/>
            <a:ext cx="3175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11" name="AxMath" r:id="rId5" imgW="159120" imgH="228600" progId="Equation.AxMath">
                    <p:embed/>
                  </p:oleObj>
                </mc:Choice>
                <mc:Fallback>
                  <p:oleObj name="AxMath" r:id="rId5" imgW="15912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05008" y="2136321"/>
                          <a:ext cx="3175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CD4FD8C6-8768-4D67-ACF4-87E43A250F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349196"/>
                </p:ext>
              </p:extLst>
            </p:nvPr>
          </p:nvGraphicFramePr>
          <p:xfrm>
            <a:off x="5163367" y="4012428"/>
            <a:ext cx="228600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12" name="AxMath" r:id="rId7" imgW="113760" imgH="226440" progId="Equation.AxMath">
                    <p:embed/>
                  </p:oleObj>
                </mc:Choice>
                <mc:Fallback>
                  <p:oleObj name="AxMath" r:id="rId7" imgW="113760" imgH="22644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163367" y="4012428"/>
                          <a:ext cx="228600" cy="454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F6E8CFF-0A67-4C77-85CD-823642505529}"/>
                </a:ext>
              </a:extLst>
            </p:cNvPr>
            <p:cNvCxnSpPr>
              <a:cxnSpLocks/>
            </p:cNvCxnSpPr>
            <p:nvPr/>
          </p:nvCxnSpPr>
          <p:spPr>
            <a:xfrm>
              <a:off x="1548675" y="4239440"/>
              <a:ext cx="1312817" cy="10809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A38123A1-A946-4AD6-8CFB-E7C914B1A4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6571869"/>
                </p:ext>
              </p:extLst>
            </p:nvPr>
          </p:nvGraphicFramePr>
          <p:xfrm>
            <a:off x="1548674" y="4637858"/>
            <a:ext cx="68897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13" name="AxMath" r:id="rId9" imgW="344880" imgH="228600" progId="Equation.AxMath">
                    <p:embed/>
                  </p:oleObj>
                </mc:Choice>
                <mc:Fallback>
                  <p:oleObj name="AxMath" r:id="rId9" imgW="34488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548674" y="4637858"/>
                          <a:ext cx="688975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7246674F-7691-4A77-BE02-109F51650E6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2659280"/>
                </p:ext>
              </p:extLst>
            </p:nvPr>
          </p:nvGraphicFramePr>
          <p:xfrm>
            <a:off x="1548674" y="5286103"/>
            <a:ext cx="142557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14" name="AxMath" r:id="rId11" imgW="712800" imgH="228600" progId="Equation.AxMath">
                    <p:embed/>
                  </p:oleObj>
                </mc:Choice>
                <mc:Fallback>
                  <p:oleObj name="AxMath" r:id="rId11" imgW="71280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48674" y="5286103"/>
                          <a:ext cx="1425575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1A42FC91-2A28-4297-9884-E45A132DEA47}"/>
                </a:ext>
              </a:extLst>
            </p:cNvPr>
            <p:cNvSpPr/>
            <p:nvPr/>
          </p:nvSpPr>
          <p:spPr>
            <a:xfrm>
              <a:off x="2861492" y="5320392"/>
              <a:ext cx="2140743" cy="78581"/>
            </a:xfrm>
            <a:custGeom>
              <a:avLst/>
              <a:gdLst>
                <a:gd name="connsiteX0" fmla="*/ 0 w 2140743"/>
                <a:gd name="connsiteY0" fmla="*/ 0 h 78581"/>
                <a:gd name="connsiteX1" fmla="*/ 61912 w 2140743"/>
                <a:gd name="connsiteY1" fmla="*/ 45244 h 78581"/>
                <a:gd name="connsiteX2" fmla="*/ 171450 w 2140743"/>
                <a:gd name="connsiteY2" fmla="*/ 73819 h 78581"/>
                <a:gd name="connsiteX3" fmla="*/ 576262 w 2140743"/>
                <a:gd name="connsiteY3" fmla="*/ 76200 h 78581"/>
                <a:gd name="connsiteX4" fmla="*/ 2140743 w 2140743"/>
                <a:gd name="connsiteY4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0743" h="78581">
                  <a:moveTo>
                    <a:pt x="0" y="0"/>
                  </a:moveTo>
                  <a:cubicBezTo>
                    <a:pt x="16668" y="16470"/>
                    <a:pt x="33337" y="32941"/>
                    <a:pt x="61912" y="45244"/>
                  </a:cubicBezTo>
                  <a:cubicBezTo>
                    <a:pt x="90487" y="57547"/>
                    <a:pt x="85725" y="68660"/>
                    <a:pt x="171450" y="73819"/>
                  </a:cubicBezTo>
                  <a:cubicBezTo>
                    <a:pt x="257175" y="78978"/>
                    <a:pt x="576262" y="76200"/>
                    <a:pt x="576262" y="76200"/>
                  </a:cubicBezTo>
                  <a:lnTo>
                    <a:pt x="2140743" y="78581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8B7AF614-37AE-4535-A3F5-55A498D4F61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4538213"/>
                </p:ext>
              </p:extLst>
            </p:nvPr>
          </p:nvGraphicFramePr>
          <p:xfrm>
            <a:off x="5076461" y="4983048"/>
            <a:ext cx="593725" cy="831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15" name="AxMath" r:id="rId13" imgW="296280" imgH="415800" progId="Equation.AxMath">
                    <p:embed/>
                  </p:oleObj>
                </mc:Choice>
                <mc:Fallback>
                  <p:oleObj name="AxMath" r:id="rId13" imgW="296280" imgH="4158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076461" y="4983048"/>
                          <a:ext cx="593725" cy="8318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0A3EBE0A-34EF-443D-BE82-9DFCD24E9C63}"/>
                </a:ext>
              </a:extLst>
            </p:cNvPr>
            <p:cNvCxnSpPr/>
            <p:nvPr/>
          </p:nvCxnSpPr>
          <p:spPr>
            <a:xfrm>
              <a:off x="6094550" y="4239441"/>
              <a:ext cx="4349931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10BC702A-4332-45C9-8E77-93FE0EC406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37104" y="2462893"/>
              <a:ext cx="0" cy="387966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AC37676F-3C2E-4BE8-A01D-2555C03F993C}"/>
                </a:ext>
              </a:extLst>
            </p:cNvPr>
            <p:cNvSpPr/>
            <p:nvPr/>
          </p:nvSpPr>
          <p:spPr>
            <a:xfrm>
              <a:off x="6951663" y="4445692"/>
              <a:ext cx="1285875" cy="1876527"/>
            </a:xfrm>
            <a:custGeom>
              <a:avLst/>
              <a:gdLst>
                <a:gd name="connsiteX0" fmla="*/ 0 w 1285875"/>
                <a:gd name="connsiteY0" fmla="*/ 102 h 1876527"/>
                <a:gd name="connsiteX1" fmla="*/ 52387 w 1285875"/>
                <a:gd name="connsiteY1" fmla="*/ 2483 h 1876527"/>
                <a:gd name="connsiteX2" fmla="*/ 126206 w 1285875"/>
                <a:gd name="connsiteY2" fmla="*/ 16771 h 1876527"/>
                <a:gd name="connsiteX3" fmla="*/ 290512 w 1285875"/>
                <a:gd name="connsiteY3" fmla="*/ 66777 h 1876527"/>
                <a:gd name="connsiteX4" fmla="*/ 497681 w 1285875"/>
                <a:gd name="connsiteY4" fmla="*/ 176314 h 1876527"/>
                <a:gd name="connsiteX5" fmla="*/ 723900 w 1285875"/>
                <a:gd name="connsiteY5" fmla="*/ 395389 h 1876527"/>
                <a:gd name="connsiteX6" fmla="*/ 959643 w 1285875"/>
                <a:gd name="connsiteY6" fmla="*/ 835921 h 1876527"/>
                <a:gd name="connsiteX7" fmla="*/ 1159668 w 1285875"/>
                <a:gd name="connsiteY7" fmla="*/ 1362177 h 1876527"/>
                <a:gd name="connsiteX8" fmla="*/ 1285875 w 1285875"/>
                <a:gd name="connsiteY8" fmla="*/ 1876527 h 1876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85875" h="1876527">
                  <a:moveTo>
                    <a:pt x="0" y="102"/>
                  </a:moveTo>
                  <a:cubicBezTo>
                    <a:pt x="15676" y="-97"/>
                    <a:pt x="31353" y="-295"/>
                    <a:pt x="52387" y="2483"/>
                  </a:cubicBezTo>
                  <a:cubicBezTo>
                    <a:pt x="73421" y="5261"/>
                    <a:pt x="86519" y="6055"/>
                    <a:pt x="126206" y="16771"/>
                  </a:cubicBezTo>
                  <a:cubicBezTo>
                    <a:pt x="165893" y="27487"/>
                    <a:pt x="228599" y="40186"/>
                    <a:pt x="290512" y="66777"/>
                  </a:cubicBezTo>
                  <a:cubicBezTo>
                    <a:pt x="352425" y="93368"/>
                    <a:pt x="425450" y="121545"/>
                    <a:pt x="497681" y="176314"/>
                  </a:cubicBezTo>
                  <a:cubicBezTo>
                    <a:pt x="569912" y="231083"/>
                    <a:pt x="646906" y="285455"/>
                    <a:pt x="723900" y="395389"/>
                  </a:cubicBezTo>
                  <a:cubicBezTo>
                    <a:pt x="800894" y="505323"/>
                    <a:pt x="887015" y="674790"/>
                    <a:pt x="959643" y="835921"/>
                  </a:cubicBezTo>
                  <a:cubicBezTo>
                    <a:pt x="1032271" y="997052"/>
                    <a:pt x="1105296" y="1188743"/>
                    <a:pt x="1159668" y="1362177"/>
                  </a:cubicBezTo>
                  <a:cubicBezTo>
                    <a:pt x="1214040" y="1535611"/>
                    <a:pt x="1249957" y="1706069"/>
                    <a:pt x="1285875" y="1876527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C4338DA-0CED-4089-BBB2-66C015AC9F52}"/>
                </a:ext>
              </a:extLst>
            </p:cNvPr>
            <p:cNvCxnSpPr>
              <a:cxnSpLocks/>
            </p:cNvCxnSpPr>
            <p:nvPr/>
          </p:nvCxnSpPr>
          <p:spPr>
            <a:xfrm>
              <a:off x="8370888" y="2509838"/>
              <a:ext cx="0" cy="383272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24EE79F7-8B70-4A20-B82C-78A781D23F90}"/>
                </a:ext>
              </a:extLst>
            </p:cNvPr>
            <p:cNvSpPr/>
            <p:nvPr/>
          </p:nvSpPr>
          <p:spPr>
            <a:xfrm>
              <a:off x="8537894" y="2520105"/>
              <a:ext cx="1641475" cy="2863850"/>
            </a:xfrm>
            <a:custGeom>
              <a:avLst/>
              <a:gdLst>
                <a:gd name="connsiteX0" fmla="*/ 0 w 1641475"/>
                <a:gd name="connsiteY0" fmla="*/ 0 h 2863850"/>
                <a:gd name="connsiteX1" fmla="*/ 41275 w 1641475"/>
                <a:gd name="connsiteY1" fmla="*/ 339725 h 2863850"/>
                <a:gd name="connsiteX2" fmla="*/ 127000 w 1641475"/>
                <a:gd name="connsiteY2" fmla="*/ 673100 h 2863850"/>
                <a:gd name="connsiteX3" fmla="*/ 371475 w 1641475"/>
                <a:gd name="connsiteY3" fmla="*/ 1168400 h 2863850"/>
                <a:gd name="connsiteX4" fmla="*/ 844550 w 1641475"/>
                <a:gd name="connsiteY4" fmla="*/ 1539875 h 2863850"/>
                <a:gd name="connsiteX5" fmla="*/ 1139825 w 1641475"/>
                <a:gd name="connsiteY5" fmla="*/ 1692275 h 2863850"/>
                <a:gd name="connsiteX6" fmla="*/ 1304925 w 1641475"/>
                <a:gd name="connsiteY6" fmla="*/ 1825625 h 2863850"/>
                <a:gd name="connsiteX7" fmla="*/ 1374775 w 1641475"/>
                <a:gd name="connsiteY7" fmla="*/ 1927225 h 2863850"/>
                <a:gd name="connsiteX8" fmla="*/ 1466850 w 1641475"/>
                <a:gd name="connsiteY8" fmla="*/ 2139950 h 2863850"/>
                <a:gd name="connsiteX9" fmla="*/ 1641475 w 1641475"/>
                <a:gd name="connsiteY9" fmla="*/ 2863850 h 286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41475" h="2863850">
                  <a:moveTo>
                    <a:pt x="0" y="0"/>
                  </a:moveTo>
                  <a:cubicBezTo>
                    <a:pt x="10054" y="113771"/>
                    <a:pt x="20108" y="227542"/>
                    <a:pt x="41275" y="339725"/>
                  </a:cubicBezTo>
                  <a:cubicBezTo>
                    <a:pt x="62442" y="451908"/>
                    <a:pt x="71967" y="534988"/>
                    <a:pt x="127000" y="673100"/>
                  </a:cubicBezTo>
                  <a:cubicBezTo>
                    <a:pt x="182033" y="811212"/>
                    <a:pt x="251883" y="1023938"/>
                    <a:pt x="371475" y="1168400"/>
                  </a:cubicBezTo>
                  <a:cubicBezTo>
                    <a:pt x="491067" y="1312863"/>
                    <a:pt x="716492" y="1452563"/>
                    <a:pt x="844550" y="1539875"/>
                  </a:cubicBezTo>
                  <a:cubicBezTo>
                    <a:pt x="972608" y="1627188"/>
                    <a:pt x="1063096" y="1644650"/>
                    <a:pt x="1139825" y="1692275"/>
                  </a:cubicBezTo>
                  <a:cubicBezTo>
                    <a:pt x="1216554" y="1739900"/>
                    <a:pt x="1265767" y="1786467"/>
                    <a:pt x="1304925" y="1825625"/>
                  </a:cubicBezTo>
                  <a:cubicBezTo>
                    <a:pt x="1344083" y="1864783"/>
                    <a:pt x="1347788" y="1874838"/>
                    <a:pt x="1374775" y="1927225"/>
                  </a:cubicBezTo>
                  <a:cubicBezTo>
                    <a:pt x="1401763" y="1979613"/>
                    <a:pt x="1422400" y="1983846"/>
                    <a:pt x="1466850" y="2139950"/>
                  </a:cubicBezTo>
                  <a:cubicBezTo>
                    <a:pt x="1511300" y="2296054"/>
                    <a:pt x="1576387" y="2579952"/>
                    <a:pt x="1641475" y="2863850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99E24B82-5889-4039-B264-4B317CC7F1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6689536"/>
                </p:ext>
              </p:extLst>
            </p:nvPr>
          </p:nvGraphicFramePr>
          <p:xfrm>
            <a:off x="6951663" y="2134735"/>
            <a:ext cx="30797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16" name="AxMath" r:id="rId15" imgW="153360" imgH="228600" progId="Equation.AxMath">
                    <p:embed/>
                  </p:oleObj>
                </mc:Choice>
                <mc:Fallback>
                  <p:oleObj name="AxMath" r:id="rId15" imgW="15336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951663" y="2134735"/>
                          <a:ext cx="307975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0DE327C4-05AA-4F9D-8D5C-C196A97D14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1571313"/>
                </p:ext>
              </p:extLst>
            </p:nvPr>
          </p:nvGraphicFramePr>
          <p:xfrm>
            <a:off x="10602595" y="4012428"/>
            <a:ext cx="3556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17" name="AxMath" r:id="rId17" imgW="178560" imgH="228600" progId="Equation.AxMath">
                    <p:embed/>
                  </p:oleObj>
                </mc:Choice>
                <mc:Fallback>
                  <p:oleObj name="AxMath" r:id="rId17" imgW="17856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0602595" y="4012428"/>
                          <a:ext cx="3556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星形: 五角 33">
              <a:extLst>
                <a:ext uri="{FF2B5EF4-FFF2-40B4-BE49-F238E27FC236}">
                  <a16:creationId xmlns:a16="http://schemas.microsoft.com/office/drawing/2014/main" id="{D27804FC-09E6-44C4-8018-93EB34ECE870}"/>
                </a:ext>
              </a:extLst>
            </p:cNvPr>
            <p:cNvSpPr/>
            <p:nvPr/>
          </p:nvSpPr>
          <p:spPr>
            <a:xfrm>
              <a:off x="2351138" y="4886887"/>
              <a:ext cx="232317" cy="232317"/>
            </a:xfrm>
            <a:prstGeom prst="star5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星形: 五角 34">
              <a:extLst>
                <a:ext uri="{FF2B5EF4-FFF2-40B4-BE49-F238E27FC236}">
                  <a16:creationId xmlns:a16="http://schemas.microsoft.com/office/drawing/2014/main" id="{FEA335CE-7206-4D31-B6C0-240C3B13FCCD}"/>
                </a:ext>
              </a:extLst>
            </p:cNvPr>
            <p:cNvSpPr/>
            <p:nvPr/>
          </p:nvSpPr>
          <p:spPr>
            <a:xfrm>
              <a:off x="9070475" y="3800874"/>
              <a:ext cx="232317" cy="232317"/>
            </a:xfrm>
            <a:prstGeom prst="star5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551AB3A0-31DF-4C0C-B4D1-CD7FAEE431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6421" y="3225800"/>
              <a:ext cx="115605" cy="1013639"/>
            </a:xfrm>
            <a:prstGeom prst="line">
              <a:avLst/>
            </a:prstGeom>
            <a:ln w="127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9FD63558-9856-4127-9570-7D6621C216F4}"/>
                </a:ext>
              </a:extLst>
            </p:cNvPr>
            <p:cNvSpPr/>
            <p:nvPr/>
          </p:nvSpPr>
          <p:spPr>
            <a:xfrm>
              <a:off x="1682026" y="3038474"/>
              <a:ext cx="3232150" cy="187325"/>
            </a:xfrm>
            <a:custGeom>
              <a:avLst/>
              <a:gdLst>
                <a:gd name="connsiteX0" fmla="*/ 0 w 3232150"/>
                <a:gd name="connsiteY0" fmla="*/ 187325 h 187325"/>
                <a:gd name="connsiteX1" fmla="*/ 60325 w 3232150"/>
                <a:gd name="connsiteY1" fmla="*/ 95250 h 187325"/>
                <a:gd name="connsiteX2" fmla="*/ 142875 w 3232150"/>
                <a:gd name="connsiteY2" fmla="*/ 57150 h 187325"/>
                <a:gd name="connsiteX3" fmla="*/ 257175 w 3232150"/>
                <a:gd name="connsiteY3" fmla="*/ 31750 h 187325"/>
                <a:gd name="connsiteX4" fmla="*/ 654050 w 3232150"/>
                <a:gd name="connsiteY4" fmla="*/ 9525 h 187325"/>
                <a:gd name="connsiteX5" fmla="*/ 3232150 w 3232150"/>
                <a:gd name="connsiteY5" fmla="*/ 0 h 18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2150" h="187325">
                  <a:moveTo>
                    <a:pt x="0" y="187325"/>
                  </a:moveTo>
                  <a:cubicBezTo>
                    <a:pt x="18256" y="152135"/>
                    <a:pt x="36512" y="116946"/>
                    <a:pt x="60325" y="95250"/>
                  </a:cubicBezTo>
                  <a:cubicBezTo>
                    <a:pt x="84138" y="73554"/>
                    <a:pt x="110067" y="67733"/>
                    <a:pt x="142875" y="57150"/>
                  </a:cubicBezTo>
                  <a:cubicBezTo>
                    <a:pt x="175683" y="46567"/>
                    <a:pt x="171979" y="39688"/>
                    <a:pt x="257175" y="31750"/>
                  </a:cubicBezTo>
                  <a:cubicBezTo>
                    <a:pt x="342371" y="23812"/>
                    <a:pt x="654050" y="9525"/>
                    <a:pt x="654050" y="9525"/>
                  </a:cubicBezTo>
                  <a:lnTo>
                    <a:pt x="3232150" y="0"/>
                  </a:ln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6A520B3C-8CD9-45C4-B0E9-37AA8887B9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2541649"/>
                </p:ext>
              </p:extLst>
            </p:nvPr>
          </p:nvGraphicFramePr>
          <p:xfrm>
            <a:off x="287021" y="3202548"/>
            <a:ext cx="8382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18" name="AxMath" r:id="rId19" imgW="419760" imgH="228600" progId="Equation.AxMath">
                    <p:embed/>
                  </p:oleObj>
                </mc:Choice>
                <mc:Fallback>
                  <p:oleObj name="AxMath" r:id="rId19" imgW="419760" imgH="228600" progId="Equation.AxMath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EA8BBA7E-5B67-412C-B7B0-A25F6791FBA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87021" y="3202548"/>
                          <a:ext cx="8382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星形: 五角 46">
              <a:extLst>
                <a:ext uri="{FF2B5EF4-FFF2-40B4-BE49-F238E27FC236}">
                  <a16:creationId xmlns:a16="http://schemas.microsoft.com/office/drawing/2014/main" id="{8477E66B-8F27-4615-B7CE-78DB21170326}"/>
                </a:ext>
              </a:extLst>
            </p:cNvPr>
            <p:cNvSpPr/>
            <p:nvPr/>
          </p:nvSpPr>
          <p:spPr>
            <a:xfrm>
              <a:off x="8087864" y="5972220"/>
              <a:ext cx="232317" cy="232317"/>
            </a:xfrm>
            <a:prstGeom prst="star5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星形: 五角 47">
              <a:extLst>
                <a:ext uri="{FF2B5EF4-FFF2-40B4-BE49-F238E27FC236}">
                  <a16:creationId xmlns:a16="http://schemas.microsoft.com/office/drawing/2014/main" id="{AE94AEF3-52DC-416A-8EA5-173521AD162F}"/>
                </a:ext>
              </a:extLst>
            </p:cNvPr>
            <p:cNvSpPr/>
            <p:nvPr/>
          </p:nvSpPr>
          <p:spPr>
            <a:xfrm>
              <a:off x="2211664" y="2899819"/>
              <a:ext cx="232317" cy="232317"/>
            </a:xfrm>
            <a:prstGeom prst="star5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55BCDA24-36D6-423F-8D5C-C47A24A893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4751242"/>
                </p:ext>
              </p:extLst>
            </p:nvPr>
          </p:nvGraphicFramePr>
          <p:xfrm>
            <a:off x="5092700" y="2622550"/>
            <a:ext cx="374650" cy="831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19" name="AxMath" r:id="rId21" imgW="186840" imgH="415800" progId="Equation.AxMath">
                    <p:embed/>
                  </p:oleObj>
                </mc:Choice>
                <mc:Fallback>
                  <p:oleObj name="AxMath" r:id="rId21" imgW="186840" imgH="415800" progId="Equation.AxMath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8B7AF614-37AE-4535-A3F5-55A498D4F61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092700" y="2622550"/>
                          <a:ext cx="374650" cy="8318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CA851AD9-B663-4BBE-B718-311B61D297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37538" y="2695575"/>
              <a:ext cx="244704" cy="3195298"/>
            </a:xfrm>
            <a:prstGeom prst="straightConnector1">
              <a:avLst/>
            </a:prstGeom>
            <a:ln w="25400">
              <a:solidFill>
                <a:srgbClr val="92D05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26C751DC-490C-4BAE-A2FB-7F240BC0F78F}"/>
                </a:ext>
              </a:extLst>
            </p:cNvPr>
            <p:cNvCxnSpPr/>
            <p:nvPr/>
          </p:nvCxnSpPr>
          <p:spPr>
            <a:xfrm>
              <a:off x="1341438" y="3132136"/>
              <a:ext cx="0" cy="2227546"/>
            </a:xfrm>
            <a:prstGeom prst="straightConnector1">
              <a:avLst/>
            </a:prstGeom>
            <a:ln w="25400">
              <a:solidFill>
                <a:srgbClr val="92D05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C5283F53-AEDA-4EE5-A735-5B0885D8ACF7}"/>
                </a:ext>
              </a:extLst>
            </p:cNvPr>
            <p:cNvCxnSpPr/>
            <p:nvPr/>
          </p:nvCxnSpPr>
          <p:spPr>
            <a:xfrm>
              <a:off x="7105650" y="4886887"/>
              <a:ext cx="3496945" cy="0"/>
            </a:xfrm>
            <a:prstGeom prst="line">
              <a:avLst/>
            </a:prstGeom>
            <a:ln w="127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90D0565C-240B-43FC-8834-601B166A3235}"/>
                </a:ext>
              </a:extLst>
            </p:cNvPr>
            <p:cNvCxnSpPr>
              <a:cxnSpLocks/>
            </p:cNvCxnSpPr>
            <p:nvPr/>
          </p:nvCxnSpPr>
          <p:spPr>
            <a:xfrm>
              <a:off x="7734300" y="4239439"/>
              <a:ext cx="0" cy="647448"/>
            </a:xfrm>
            <a:prstGeom prst="line">
              <a:avLst/>
            </a:prstGeom>
            <a:ln w="127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E29D1536-F35D-4EA5-A04B-55967DE416D1}"/>
                </a:ext>
              </a:extLst>
            </p:cNvPr>
            <p:cNvCxnSpPr>
              <a:cxnSpLocks/>
            </p:cNvCxnSpPr>
            <p:nvPr/>
          </p:nvCxnSpPr>
          <p:spPr>
            <a:xfrm>
              <a:off x="10071100" y="4239439"/>
              <a:ext cx="0" cy="647448"/>
            </a:xfrm>
            <a:prstGeom prst="line">
              <a:avLst/>
            </a:prstGeom>
            <a:ln w="127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19C3C508-9188-4819-813A-BAA85ECC8FE9}"/>
                </a:ext>
              </a:extLst>
            </p:cNvPr>
            <p:cNvSpPr/>
            <p:nvPr/>
          </p:nvSpPr>
          <p:spPr>
            <a:xfrm>
              <a:off x="9679624" y="4197974"/>
              <a:ext cx="126000" cy="12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80" name="对象 79">
              <a:extLst>
                <a:ext uri="{FF2B5EF4-FFF2-40B4-BE49-F238E27FC236}">
                  <a16:creationId xmlns:a16="http://schemas.microsoft.com/office/drawing/2014/main" id="{86906B9D-6FB8-4F57-9C94-DCD723ACF1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1271404"/>
                </p:ext>
              </p:extLst>
            </p:nvPr>
          </p:nvGraphicFramePr>
          <p:xfrm>
            <a:off x="9742624" y="2498113"/>
            <a:ext cx="14478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20" name="AxMath" r:id="rId23" imgW="724320" imgH="230400" progId="Equation.AxMath">
                    <p:embed/>
                  </p:oleObj>
                </mc:Choice>
                <mc:Fallback>
                  <p:oleObj name="AxMath" r:id="rId23" imgW="724320" imgH="2304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9742624" y="2498113"/>
                          <a:ext cx="1447800" cy="460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192BB25B-B352-4121-9782-E0643CF076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05624" y="2899819"/>
              <a:ext cx="424363" cy="122133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A48B1F52-8184-4640-AD88-A53EFDC7B47F}"/>
                </a:ext>
              </a:extLst>
            </p:cNvPr>
            <p:cNvCxnSpPr>
              <a:cxnSpLocks/>
            </p:cNvCxnSpPr>
            <p:nvPr/>
          </p:nvCxnSpPr>
          <p:spPr>
            <a:xfrm>
              <a:off x="4914176" y="4045074"/>
              <a:ext cx="0" cy="4420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6" name="对象 85">
              <a:extLst>
                <a:ext uri="{FF2B5EF4-FFF2-40B4-BE49-F238E27FC236}">
                  <a16:creationId xmlns:a16="http://schemas.microsoft.com/office/drawing/2014/main" id="{BBDCF40F-0B4D-4506-BDA5-D8998A4799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0978804"/>
                </p:ext>
              </p:extLst>
            </p:nvPr>
          </p:nvGraphicFramePr>
          <p:xfrm>
            <a:off x="4712517" y="4412504"/>
            <a:ext cx="9017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21" name="AxMath" r:id="rId25" imgW="451080" imgH="228600" progId="Equation.AxMath">
                    <p:embed/>
                  </p:oleObj>
                </mc:Choice>
                <mc:Fallback>
                  <p:oleObj name="AxMath" r:id="rId25" imgW="45108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712517" y="4412504"/>
                          <a:ext cx="9017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73F55A71-DDB6-4E8E-8887-4F8BA0D44215}"/>
                </a:ext>
              </a:extLst>
            </p:cNvPr>
            <p:cNvSpPr/>
            <p:nvPr/>
          </p:nvSpPr>
          <p:spPr>
            <a:xfrm>
              <a:off x="8313944" y="4178452"/>
              <a:ext cx="126000" cy="12600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5AAA6E7-A541-44AE-9F94-B1DF165B5C47}"/>
                </a:ext>
              </a:extLst>
            </p:cNvPr>
            <p:cNvSpPr txBox="1"/>
            <p:nvPr/>
          </p:nvSpPr>
          <p:spPr>
            <a:xfrm>
              <a:off x="8579350" y="6247722"/>
              <a:ext cx="27366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Scattering resonance</a:t>
              </a:r>
              <a:endPara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38096DA6-3B70-4222-9C66-BA06B4E835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39944" y="4392749"/>
              <a:ext cx="493054" cy="197666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606DD990-D304-419C-A8C3-9E407E245F0B}"/>
                </a:ext>
              </a:extLst>
            </p:cNvPr>
            <p:cNvSpPr/>
            <p:nvPr/>
          </p:nvSpPr>
          <p:spPr>
            <a:xfrm>
              <a:off x="8404543" y="4267064"/>
              <a:ext cx="749300" cy="1023937"/>
            </a:xfrm>
            <a:custGeom>
              <a:avLst/>
              <a:gdLst>
                <a:gd name="connsiteX0" fmla="*/ 0 w 749300"/>
                <a:gd name="connsiteY0" fmla="*/ 0 h 1023937"/>
                <a:gd name="connsiteX1" fmla="*/ 87313 w 749300"/>
                <a:gd name="connsiteY1" fmla="*/ 20637 h 1023937"/>
                <a:gd name="connsiteX2" fmla="*/ 204788 w 749300"/>
                <a:gd name="connsiteY2" fmla="*/ 76200 h 1023937"/>
                <a:gd name="connsiteX3" fmla="*/ 346075 w 749300"/>
                <a:gd name="connsiteY3" fmla="*/ 187325 h 1023937"/>
                <a:gd name="connsiteX4" fmla="*/ 484188 w 749300"/>
                <a:gd name="connsiteY4" fmla="*/ 365125 h 1023937"/>
                <a:gd name="connsiteX5" fmla="*/ 568325 w 749300"/>
                <a:gd name="connsiteY5" fmla="*/ 528637 h 1023937"/>
                <a:gd name="connsiteX6" fmla="*/ 652463 w 749300"/>
                <a:gd name="connsiteY6" fmla="*/ 755650 h 1023937"/>
                <a:gd name="connsiteX7" fmla="*/ 749300 w 749300"/>
                <a:gd name="connsiteY7" fmla="*/ 1023937 h 1023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9300" h="1023937">
                  <a:moveTo>
                    <a:pt x="0" y="0"/>
                  </a:moveTo>
                  <a:cubicBezTo>
                    <a:pt x="26591" y="3968"/>
                    <a:pt x="53182" y="7937"/>
                    <a:pt x="87313" y="20637"/>
                  </a:cubicBezTo>
                  <a:cubicBezTo>
                    <a:pt x="121444" y="33337"/>
                    <a:pt x="161661" y="48419"/>
                    <a:pt x="204788" y="76200"/>
                  </a:cubicBezTo>
                  <a:cubicBezTo>
                    <a:pt x="247915" y="103981"/>
                    <a:pt x="299508" y="139171"/>
                    <a:pt x="346075" y="187325"/>
                  </a:cubicBezTo>
                  <a:cubicBezTo>
                    <a:pt x="392642" y="235479"/>
                    <a:pt x="447146" y="308240"/>
                    <a:pt x="484188" y="365125"/>
                  </a:cubicBezTo>
                  <a:cubicBezTo>
                    <a:pt x="521230" y="422010"/>
                    <a:pt x="540279" y="463550"/>
                    <a:pt x="568325" y="528637"/>
                  </a:cubicBezTo>
                  <a:cubicBezTo>
                    <a:pt x="596371" y="593725"/>
                    <a:pt x="622300" y="673100"/>
                    <a:pt x="652463" y="755650"/>
                  </a:cubicBezTo>
                  <a:cubicBezTo>
                    <a:pt x="682626" y="838200"/>
                    <a:pt x="715963" y="931068"/>
                    <a:pt x="749300" y="1023937"/>
                  </a:cubicBez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0B7D8395-7679-479B-9BD6-74949CD0FD3A}"/>
                </a:ext>
              </a:extLst>
            </p:cNvPr>
            <p:cNvSpPr txBox="1"/>
            <p:nvPr/>
          </p:nvSpPr>
          <p:spPr>
            <a:xfrm>
              <a:off x="10229400" y="4810142"/>
              <a:ext cx="1391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universality</a:t>
              </a:r>
              <a:endParaRPr lang="zh-CN" altLang="en-US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A72DF86-1822-4FF7-A47C-C220096D954C}"/>
                </a:ext>
              </a:extLst>
            </p:cNvPr>
            <p:cNvSpPr txBox="1"/>
            <p:nvPr/>
          </p:nvSpPr>
          <p:spPr>
            <a:xfrm>
              <a:off x="6919122" y="354873"/>
              <a:ext cx="14300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Square well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EDEA0910-42C8-4307-A3DD-52ABDCC128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6712460"/>
                </p:ext>
              </p:extLst>
            </p:nvPr>
          </p:nvGraphicFramePr>
          <p:xfrm>
            <a:off x="7885227" y="2125215"/>
            <a:ext cx="94932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22" name="AxMath" r:id="rId27" imgW="474840" imgH="228600" progId="Equation.AxMath">
                    <p:embed/>
                  </p:oleObj>
                </mc:Choice>
                <mc:Fallback>
                  <p:oleObj name="AxMath" r:id="rId27" imgW="47484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7885227" y="2125215"/>
                          <a:ext cx="949325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CC79088D-6C5A-4D86-8164-A763B680B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6106" y="549022"/>
              <a:ext cx="0" cy="13467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4A287209-F908-453C-B0A5-D367CE31717A}"/>
                </a:ext>
              </a:extLst>
            </p:cNvPr>
            <p:cNvCxnSpPr>
              <a:cxnSpLocks/>
            </p:cNvCxnSpPr>
            <p:nvPr/>
          </p:nvCxnSpPr>
          <p:spPr>
            <a:xfrm>
              <a:off x="6802552" y="979053"/>
              <a:ext cx="203200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116F8D0-5C86-473D-BC8E-526B6317264C}"/>
                </a:ext>
              </a:extLst>
            </p:cNvPr>
            <p:cNvCxnSpPr/>
            <p:nvPr/>
          </p:nvCxnSpPr>
          <p:spPr>
            <a:xfrm>
              <a:off x="6931140" y="1641812"/>
              <a:ext cx="75211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8482CBB1-EA21-4431-9839-093E782822E8}"/>
                </a:ext>
              </a:extLst>
            </p:cNvPr>
            <p:cNvCxnSpPr>
              <a:cxnSpLocks/>
            </p:cNvCxnSpPr>
            <p:nvPr/>
          </p:nvCxnSpPr>
          <p:spPr>
            <a:xfrm>
              <a:off x="7683251" y="979053"/>
              <a:ext cx="0" cy="66275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298F3D51-8B4E-4790-9756-01504FE62D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5440803"/>
                </p:ext>
              </p:extLst>
            </p:nvPr>
          </p:nvGraphicFramePr>
          <p:xfrm>
            <a:off x="6218081" y="332016"/>
            <a:ext cx="70802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23" name="AxMath" r:id="rId29" imgW="354240" imgH="235800" progId="Equation.AxMath">
                    <p:embed/>
                  </p:oleObj>
                </mc:Choice>
                <mc:Fallback>
                  <p:oleObj name="AxMath" r:id="rId29" imgW="354240" imgH="2358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6218081" y="332016"/>
                          <a:ext cx="708025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4ED2837A-F0EC-45D1-8132-BCD4E402A2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4025869"/>
                </p:ext>
              </p:extLst>
            </p:nvPr>
          </p:nvGraphicFramePr>
          <p:xfrm>
            <a:off x="8912250" y="751559"/>
            <a:ext cx="222250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24" name="AxMath" r:id="rId31" imgW="110520" imgH="226440" progId="Equation.AxMath">
                    <p:embed/>
                  </p:oleObj>
                </mc:Choice>
                <mc:Fallback>
                  <p:oleObj name="AxMath" r:id="rId31" imgW="110520" imgH="22644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8912250" y="751559"/>
                          <a:ext cx="222250" cy="454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F4E85E0C-2922-489B-AB70-D27CE17F92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9413155"/>
                </p:ext>
              </p:extLst>
            </p:nvPr>
          </p:nvGraphicFramePr>
          <p:xfrm>
            <a:off x="7575520" y="592132"/>
            <a:ext cx="2984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25" name="AxMath" r:id="rId33" imgW="149760" imgH="228600" progId="Equation.AxMath">
                    <p:embed/>
                  </p:oleObj>
                </mc:Choice>
                <mc:Fallback>
                  <p:oleObj name="AxMath" r:id="rId33" imgW="14976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7575520" y="592132"/>
                          <a:ext cx="29845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FD05F657-4E51-43FA-9A56-D4CD9DC2B929}"/>
                </a:ext>
              </a:extLst>
            </p:cNvPr>
            <p:cNvCxnSpPr>
              <a:cxnSpLocks/>
            </p:cNvCxnSpPr>
            <p:nvPr/>
          </p:nvCxnSpPr>
          <p:spPr>
            <a:xfrm>
              <a:off x="7839304" y="1010839"/>
              <a:ext cx="0" cy="63097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4" name="对象 53">
              <a:extLst>
                <a:ext uri="{FF2B5EF4-FFF2-40B4-BE49-F238E27FC236}">
                  <a16:creationId xmlns:a16="http://schemas.microsoft.com/office/drawing/2014/main" id="{5EB2F9CE-B4E2-49E3-A737-C7E7F2D64E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5085429"/>
                </p:ext>
              </p:extLst>
            </p:nvPr>
          </p:nvGraphicFramePr>
          <p:xfrm>
            <a:off x="7942151" y="1180543"/>
            <a:ext cx="3556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26" name="AxMath" r:id="rId35" imgW="178560" imgH="228600" progId="Equation.AxMath">
                    <p:embed/>
                  </p:oleObj>
                </mc:Choice>
                <mc:Fallback>
                  <p:oleObj name="AxMath" r:id="rId35" imgW="17856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942151" y="1180543"/>
                          <a:ext cx="3556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42BD1194-E6E1-4EAB-A660-6A7763EF07BA}"/>
                </a:ext>
              </a:extLst>
            </p:cNvPr>
            <p:cNvCxnSpPr/>
            <p:nvPr/>
          </p:nvCxnSpPr>
          <p:spPr>
            <a:xfrm>
              <a:off x="6700952" y="865553"/>
              <a:ext cx="2133600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F2B0A75E-7802-474E-8C53-E7095C2B98B4}"/>
                </a:ext>
              </a:extLst>
            </p:cNvPr>
            <p:cNvCxnSpPr/>
            <p:nvPr/>
          </p:nvCxnSpPr>
          <p:spPr>
            <a:xfrm>
              <a:off x="6700952" y="1090978"/>
              <a:ext cx="2133600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4C9D935D-8264-438A-9638-9A0E678F86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2571" y="865553"/>
              <a:ext cx="118506" cy="22127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3DCA84E7-1770-4578-A2BB-CA0276CB7C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1761" y="862195"/>
              <a:ext cx="118506" cy="22127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886DCEB7-798B-47BB-BC7D-81D5533F45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4248" y="873208"/>
              <a:ext cx="118506" cy="22127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AA472A66-858B-49BA-AADA-569D2073C2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920" y="873207"/>
              <a:ext cx="118506" cy="22127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8E863F4B-BC09-4CE1-B1D3-6BDEDC4C14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78645" y="871204"/>
              <a:ext cx="118506" cy="22127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2CAEE334-72BA-4024-80A8-8F6050FCA8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47835" y="867846"/>
              <a:ext cx="118506" cy="22127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04E6EE26-02CB-40D4-83AE-04325B40BC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0524" y="863261"/>
              <a:ext cx="118506" cy="22127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BD9B294F-FFBC-4A24-AF2A-68F5B6A30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31994" y="867698"/>
              <a:ext cx="118506" cy="22127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663A5E0F-C111-4294-A9F2-9936FD3ACF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66212" y="868813"/>
              <a:ext cx="118506" cy="22127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C35B9590-FC7B-49B7-ADE7-46EEA33D46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8901" y="864228"/>
              <a:ext cx="118506" cy="22127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C89EDC80-D87E-4FB6-A658-0F29787775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0371" y="868665"/>
              <a:ext cx="118506" cy="22127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809567E9-DDD1-4218-B901-AFAFB71026EF}"/>
                </a:ext>
              </a:extLst>
            </p:cNvPr>
            <p:cNvSpPr txBox="1"/>
            <p:nvPr/>
          </p:nvSpPr>
          <p:spPr>
            <a:xfrm>
              <a:off x="5475932" y="663041"/>
              <a:ext cx="12897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 energy</a:t>
              </a:r>
            </a:p>
            <a:p>
              <a:r>
                <a:rPr lang="en-US" altLang="zh-CN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universality</a:t>
              </a:r>
              <a:endParaRPr lang="zh-CN" alt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83EEAABC-BA6F-48C6-B3FD-08CE223438DE}"/>
                </a:ext>
              </a:extLst>
            </p:cNvPr>
            <p:cNvCxnSpPr>
              <a:cxnSpLocks/>
            </p:cNvCxnSpPr>
            <p:nvPr/>
          </p:nvCxnSpPr>
          <p:spPr>
            <a:xfrm>
              <a:off x="9153843" y="5289079"/>
              <a:ext cx="277588" cy="802275"/>
            </a:xfrm>
            <a:prstGeom prst="line">
              <a:avLst/>
            </a:prstGeom>
            <a:ln w="127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6F42C6F-EC6E-4AE8-AADD-8FCF4D608A92}"/>
                </a:ext>
              </a:extLst>
            </p:cNvPr>
            <p:cNvSpPr txBox="1"/>
            <p:nvPr/>
          </p:nvSpPr>
          <p:spPr>
            <a:xfrm>
              <a:off x="7151688" y="3760089"/>
              <a:ext cx="13252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Bound state</a:t>
              </a:r>
              <a:endPara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D9D52D5E-F172-43BE-80E7-100CEDC72007}"/>
                </a:ext>
              </a:extLst>
            </p:cNvPr>
            <p:cNvSpPr/>
            <p:nvPr/>
          </p:nvSpPr>
          <p:spPr>
            <a:xfrm rot="1722080">
              <a:off x="9360624" y="4096806"/>
              <a:ext cx="359774" cy="79177"/>
            </a:xfrm>
            <a:custGeom>
              <a:avLst/>
              <a:gdLst>
                <a:gd name="connsiteX0" fmla="*/ 0 w 7204165"/>
                <a:gd name="connsiteY0" fmla="*/ 0 h 764178"/>
                <a:gd name="connsiteX1" fmla="*/ 711925 w 7204165"/>
                <a:gd name="connsiteY1" fmla="*/ 738052 h 764178"/>
                <a:gd name="connsiteX2" fmla="*/ 1443445 w 7204165"/>
                <a:gd name="connsiteY2" fmla="*/ 39189 h 764178"/>
                <a:gd name="connsiteX3" fmla="*/ 2168434 w 7204165"/>
                <a:gd name="connsiteY3" fmla="*/ 751115 h 764178"/>
                <a:gd name="connsiteX4" fmla="*/ 2867297 w 7204165"/>
                <a:gd name="connsiteY4" fmla="*/ 45720 h 764178"/>
                <a:gd name="connsiteX5" fmla="*/ 3605348 w 7204165"/>
                <a:gd name="connsiteY5" fmla="*/ 738052 h 764178"/>
                <a:gd name="connsiteX6" fmla="*/ 4304211 w 7204165"/>
                <a:gd name="connsiteY6" fmla="*/ 19595 h 764178"/>
                <a:gd name="connsiteX7" fmla="*/ 5048794 w 7204165"/>
                <a:gd name="connsiteY7" fmla="*/ 718458 h 764178"/>
                <a:gd name="connsiteX8" fmla="*/ 5760720 w 7204165"/>
                <a:gd name="connsiteY8" fmla="*/ 32658 h 764178"/>
                <a:gd name="connsiteX9" fmla="*/ 6492240 w 7204165"/>
                <a:gd name="connsiteY9" fmla="*/ 764178 h 764178"/>
                <a:gd name="connsiteX10" fmla="*/ 7204165 w 7204165"/>
                <a:gd name="connsiteY10" fmla="*/ 32658 h 764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04165" h="764178">
                  <a:moveTo>
                    <a:pt x="0" y="0"/>
                  </a:moveTo>
                  <a:cubicBezTo>
                    <a:pt x="235675" y="365760"/>
                    <a:pt x="471351" y="731521"/>
                    <a:pt x="711925" y="738052"/>
                  </a:cubicBezTo>
                  <a:cubicBezTo>
                    <a:pt x="952499" y="744583"/>
                    <a:pt x="1200694" y="37012"/>
                    <a:pt x="1443445" y="39189"/>
                  </a:cubicBezTo>
                  <a:cubicBezTo>
                    <a:pt x="1686196" y="41366"/>
                    <a:pt x="1931125" y="750027"/>
                    <a:pt x="2168434" y="751115"/>
                  </a:cubicBezTo>
                  <a:cubicBezTo>
                    <a:pt x="2405743" y="752203"/>
                    <a:pt x="2627811" y="47897"/>
                    <a:pt x="2867297" y="45720"/>
                  </a:cubicBezTo>
                  <a:cubicBezTo>
                    <a:pt x="3106783" y="43543"/>
                    <a:pt x="3365862" y="742406"/>
                    <a:pt x="3605348" y="738052"/>
                  </a:cubicBezTo>
                  <a:cubicBezTo>
                    <a:pt x="3844834" y="733698"/>
                    <a:pt x="4063637" y="22861"/>
                    <a:pt x="4304211" y="19595"/>
                  </a:cubicBezTo>
                  <a:cubicBezTo>
                    <a:pt x="4544785" y="16329"/>
                    <a:pt x="4806043" y="716281"/>
                    <a:pt x="5048794" y="718458"/>
                  </a:cubicBezTo>
                  <a:cubicBezTo>
                    <a:pt x="5291545" y="720635"/>
                    <a:pt x="5520146" y="25038"/>
                    <a:pt x="5760720" y="32658"/>
                  </a:cubicBezTo>
                  <a:cubicBezTo>
                    <a:pt x="6001294" y="40278"/>
                    <a:pt x="6251666" y="764178"/>
                    <a:pt x="6492240" y="764178"/>
                  </a:cubicBezTo>
                  <a:cubicBezTo>
                    <a:pt x="6732814" y="764178"/>
                    <a:pt x="7073537" y="166552"/>
                    <a:pt x="7204165" y="32658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1D8C9B7C-E729-493E-BA1B-708A92D2A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47875" y="4392749"/>
              <a:ext cx="15237" cy="1049229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1A78A22C-B0E8-464B-8086-62A53A4CC863}"/>
                </a:ext>
              </a:extLst>
            </p:cNvPr>
            <p:cNvSpPr txBox="1"/>
            <p:nvPr/>
          </p:nvSpPr>
          <p:spPr>
            <a:xfrm>
              <a:off x="9482139" y="5434011"/>
              <a:ext cx="18369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2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散射长度变大，相互作用变强</a:t>
              </a:r>
            </a:p>
          </p:txBody>
        </p: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07B1D123-5F86-47D5-80DF-D6548C2A86A3}"/>
                </a:ext>
              </a:extLst>
            </p:cNvPr>
            <p:cNvCxnSpPr>
              <a:cxnSpLocks/>
            </p:cNvCxnSpPr>
            <p:nvPr/>
          </p:nvCxnSpPr>
          <p:spPr>
            <a:xfrm>
              <a:off x="9391107" y="3537096"/>
              <a:ext cx="123298" cy="463943"/>
            </a:xfrm>
            <a:prstGeom prst="straightConnector1">
              <a:avLst/>
            </a:prstGeom>
            <a:ln w="25400">
              <a:solidFill>
                <a:schemeClr val="accent3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C3A88A7-F29A-4CED-A070-D9F9C829C18A}"/>
                </a:ext>
              </a:extLst>
            </p:cNvPr>
            <p:cNvSpPr txBox="1"/>
            <p:nvPr/>
          </p:nvSpPr>
          <p:spPr>
            <a:xfrm>
              <a:off x="8806349" y="3116444"/>
              <a:ext cx="11224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accent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repulsive</a:t>
              </a:r>
              <a:endParaRPr lang="zh-CN" alt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37553E27-FC55-4FC2-AC91-A2D9D6D81683}"/>
                </a:ext>
              </a:extLst>
            </p:cNvPr>
            <p:cNvSpPr/>
            <p:nvPr/>
          </p:nvSpPr>
          <p:spPr>
            <a:xfrm rot="2975790">
              <a:off x="9739542" y="4368244"/>
              <a:ext cx="281019" cy="92497"/>
            </a:xfrm>
            <a:custGeom>
              <a:avLst/>
              <a:gdLst>
                <a:gd name="connsiteX0" fmla="*/ 0 w 7204165"/>
                <a:gd name="connsiteY0" fmla="*/ 0 h 764178"/>
                <a:gd name="connsiteX1" fmla="*/ 711925 w 7204165"/>
                <a:gd name="connsiteY1" fmla="*/ 738052 h 764178"/>
                <a:gd name="connsiteX2" fmla="*/ 1443445 w 7204165"/>
                <a:gd name="connsiteY2" fmla="*/ 39189 h 764178"/>
                <a:gd name="connsiteX3" fmla="*/ 2168434 w 7204165"/>
                <a:gd name="connsiteY3" fmla="*/ 751115 h 764178"/>
                <a:gd name="connsiteX4" fmla="*/ 2867297 w 7204165"/>
                <a:gd name="connsiteY4" fmla="*/ 45720 h 764178"/>
                <a:gd name="connsiteX5" fmla="*/ 3605348 w 7204165"/>
                <a:gd name="connsiteY5" fmla="*/ 738052 h 764178"/>
                <a:gd name="connsiteX6" fmla="*/ 4304211 w 7204165"/>
                <a:gd name="connsiteY6" fmla="*/ 19595 h 764178"/>
                <a:gd name="connsiteX7" fmla="*/ 5048794 w 7204165"/>
                <a:gd name="connsiteY7" fmla="*/ 718458 h 764178"/>
                <a:gd name="connsiteX8" fmla="*/ 5760720 w 7204165"/>
                <a:gd name="connsiteY8" fmla="*/ 32658 h 764178"/>
                <a:gd name="connsiteX9" fmla="*/ 6492240 w 7204165"/>
                <a:gd name="connsiteY9" fmla="*/ 764178 h 764178"/>
                <a:gd name="connsiteX10" fmla="*/ 7204165 w 7204165"/>
                <a:gd name="connsiteY10" fmla="*/ 32658 h 764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04165" h="764178">
                  <a:moveTo>
                    <a:pt x="0" y="0"/>
                  </a:moveTo>
                  <a:cubicBezTo>
                    <a:pt x="235675" y="365760"/>
                    <a:pt x="471351" y="731521"/>
                    <a:pt x="711925" y="738052"/>
                  </a:cubicBezTo>
                  <a:cubicBezTo>
                    <a:pt x="952499" y="744583"/>
                    <a:pt x="1200694" y="37012"/>
                    <a:pt x="1443445" y="39189"/>
                  </a:cubicBezTo>
                  <a:cubicBezTo>
                    <a:pt x="1686196" y="41366"/>
                    <a:pt x="1931125" y="750027"/>
                    <a:pt x="2168434" y="751115"/>
                  </a:cubicBezTo>
                  <a:cubicBezTo>
                    <a:pt x="2405743" y="752203"/>
                    <a:pt x="2627811" y="47897"/>
                    <a:pt x="2867297" y="45720"/>
                  </a:cubicBezTo>
                  <a:cubicBezTo>
                    <a:pt x="3106783" y="43543"/>
                    <a:pt x="3365862" y="742406"/>
                    <a:pt x="3605348" y="738052"/>
                  </a:cubicBezTo>
                  <a:cubicBezTo>
                    <a:pt x="3844834" y="733698"/>
                    <a:pt x="4063637" y="22861"/>
                    <a:pt x="4304211" y="19595"/>
                  </a:cubicBezTo>
                  <a:cubicBezTo>
                    <a:pt x="4544785" y="16329"/>
                    <a:pt x="4806043" y="716281"/>
                    <a:pt x="5048794" y="718458"/>
                  </a:cubicBezTo>
                  <a:cubicBezTo>
                    <a:pt x="5291545" y="720635"/>
                    <a:pt x="5520146" y="25038"/>
                    <a:pt x="5760720" y="32658"/>
                  </a:cubicBezTo>
                  <a:cubicBezTo>
                    <a:pt x="6001294" y="40278"/>
                    <a:pt x="6251666" y="764178"/>
                    <a:pt x="6492240" y="764178"/>
                  </a:cubicBezTo>
                  <a:cubicBezTo>
                    <a:pt x="6732814" y="764178"/>
                    <a:pt x="7073537" y="166552"/>
                    <a:pt x="7204165" y="32658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9B2F3469-4AF1-448F-A1E8-2DB8ED174E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5202103"/>
                </p:ext>
              </p:extLst>
            </p:nvPr>
          </p:nvGraphicFramePr>
          <p:xfrm>
            <a:off x="4276166" y="6265056"/>
            <a:ext cx="666750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27" name="AxMath" r:id="rId36" imgW="332640" imgH="226440" progId="Equation.AxMath">
                    <p:embed/>
                  </p:oleObj>
                </mc:Choice>
                <mc:Fallback>
                  <p:oleObj name="AxMath" r:id="rId36" imgW="332640" imgH="22644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4276166" y="6265056"/>
                          <a:ext cx="666750" cy="454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id="{4BFFB082-CB08-432C-8D8D-22A0E00E6354}"/>
                </a:ext>
              </a:extLst>
            </p:cNvPr>
            <p:cNvSpPr/>
            <p:nvPr/>
          </p:nvSpPr>
          <p:spPr>
            <a:xfrm rot="12680845">
              <a:off x="9353563" y="4043249"/>
              <a:ext cx="359774" cy="79177"/>
            </a:xfrm>
            <a:custGeom>
              <a:avLst/>
              <a:gdLst>
                <a:gd name="connsiteX0" fmla="*/ 0 w 7204165"/>
                <a:gd name="connsiteY0" fmla="*/ 0 h 764178"/>
                <a:gd name="connsiteX1" fmla="*/ 711925 w 7204165"/>
                <a:gd name="connsiteY1" fmla="*/ 738052 h 764178"/>
                <a:gd name="connsiteX2" fmla="*/ 1443445 w 7204165"/>
                <a:gd name="connsiteY2" fmla="*/ 39189 h 764178"/>
                <a:gd name="connsiteX3" fmla="*/ 2168434 w 7204165"/>
                <a:gd name="connsiteY3" fmla="*/ 751115 h 764178"/>
                <a:gd name="connsiteX4" fmla="*/ 2867297 w 7204165"/>
                <a:gd name="connsiteY4" fmla="*/ 45720 h 764178"/>
                <a:gd name="connsiteX5" fmla="*/ 3605348 w 7204165"/>
                <a:gd name="connsiteY5" fmla="*/ 738052 h 764178"/>
                <a:gd name="connsiteX6" fmla="*/ 4304211 w 7204165"/>
                <a:gd name="connsiteY6" fmla="*/ 19595 h 764178"/>
                <a:gd name="connsiteX7" fmla="*/ 5048794 w 7204165"/>
                <a:gd name="connsiteY7" fmla="*/ 718458 h 764178"/>
                <a:gd name="connsiteX8" fmla="*/ 5760720 w 7204165"/>
                <a:gd name="connsiteY8" fmla="*/ 32658 h 764178"/>
                <a:gd name="connsiteX9" fmla="*/ 6492240 w 7204165"/>
                <a:gd name="connsiteY9" fmla="*/ 764178 h 764178"/>
                <a:gd name="connsiteX10" fmla="*/ 7204165 w 7204165"/>
                <a:gd name="connsiteY10" fmla="*/ 32658 h 764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04165" h="764178">
                  <a:moveTo>
                    <a:pt x="0" y="0"/>
                  </a:moveTo>
                  <a:cubicBezTo>
                    <a:pt x="235675" y="365760"/>
                    <a:pt x="471351" y="731521"/>
                    <a:pt x="711925" y="738052"/>
                  </a:cubicBezTo>
                  <a:cubicBezTo>
                    <a:pt x="952499" y="744583"/>
                    <a:pt x="1200694" y="37012"/>
                    <a:pt x="1443445" y="39189"/>
                  </a:cubicBezTo>
                  <a:cubicBezTo>
                    <a:pt x="1686196" y="41366"/>
                    <a:pt x="1931125" y="750027"/>
                    <a:pt x="2168434" y="751115"/>
                  </a:cubicBezTo>
                  <a:cubicBezTo>
                    <a:pt x="2405743" y="752203"/>
                    <a:pt x="2627811" y="47897"/>
                    <a:pt x="2867297" y="45720"/>
                  </a:cubicBezTo>
                  <a:cubicBezTo>
                    <a:pt x="3106783" y="43543"/>
                    <a:pt x="3365862" y="742406"/>
                    <a:pt x="3605348" y="738052"/>
                  </a:cubicBezTo>
                  <a:cubicBezTo>
                    <a:pt x="3844834" y="733698"/>
                    <a:pt x="4063637" y="22861"/>
                    <a:pt x="4304211" y="19595"/>
                  </a:cubicBezTo>
                  <a:cubicBezTo>
                    <a:pt x="4544785" y="16329"/>
                    <a:pt x="4806043" y="716281"/>
                    <a:pt x="5048794" y="718458"/>
                  </a:cubicBezTo>
                  <a:cubicBezTo>
                    <a:pt x="5291545" y="720635"/>
                    <a:pt x="5520146" y="25038"/>
                    <a:pt x="5760720" y="32658"/>
                  </a:cubicBezTo>
                  <a:cubicBezTo>
                    <a:pt x="6001294" y="40278"/>
                    <a:pt x="6251666" y="764178"/>
                    <a:pt x="6492240" y="764178"/>
                  </a:cubicBezTo>
                  <a:cubicBezTo>
                    <a:pt x="6732814" y="764178"/>
                    <a:pt x="7073537" y="166552"/>
                    <a:pt x="7204165" y="32658"/>
                  </a:cubicBezTo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id="{4B1FBD58-6BBF-4372-B922-FD689CA44EBF}"/>
                </a:ext>
              </a:extLst>
            </p:cNvPr>
            <p:cNvSpPr/>
            <p:nvPr/>
          </p:nvSpPr>
          <p:spPr>
            <a:xfrm rot="4645415">
              <a:off x="8335464" y="2705053"/>
              <a:ext cx="485864" cy="101096"/>
            </a:xfrm>
            <a:custGeom>
              <a:avLst/>
              <a:gdLst>
                <a:gd name="connsiteX0" fmla="*/ 0 w 7204165"/>
                <a:gd name="connsiteY0" fmla="*/ 0 h 764178"/>
                <a:gd name="connsiteX1" fmla="*/ 711925 w 7204165"/>
                <a:gd name="connsiteY1" fmla="*/ 738052 h 764178"/>
                <a:gd name="connsiteX2" fmla="*/ 1443445 w 7204165"/>
                <a:gd name="connsiteY2" fmla="*/ 39189 h 764178"/>
                <a:gd name="connsiteX3" fmla="*/ 2168434 w 7204165"/>
                <a:gd name="connsiteY3" fmla="*/ 751115 h 764178"/>
                <a:gd name="connsiteX4" fmla="*/ 2867297 w 7204165"/>
                <a:gd name="connsiteY4" fmla="*/ 45720 h 764178"/>
                <a:gd name="connsiteX5" fmla="*/ 3605348 w 7204165"/>
                <a:gd name="connsiteY5" fmla="*/ 738052 h 764178"/>
                <a:gd name="connsiteX6" fmla="*/ 4304211 w 7204165"/>
                <a:gd name="connsiteY6" fmla="*/ 19595 h 764178"/>
                <a:gd name="connsiteX7" fmla="*/ 5048794 w 7204165"/>
                <a:gd name="connsiteY7" fmla="*/ 718458 h 764178"/>
                <a:gd name="connsiteX8" fmla="*/ 5760720 w 7204165"/>
                <a:gd name="connsiteY8" fmla="*/ 32658 h 764178"/>
                <a:gd name="connsiteX9" fmla="*/ 6492240 w 7204165"/>
                <a:gd name="connsiteY9" fmla="*/ 764178 h 764178"/>
                <a:gd name="connsiteX10" fmla="*/ 7204165 w 7204165"/>
                <a:gd name="connsiteY10" fmla="*/ 32658 h 764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04165" h="764178">
                  <a:moveTo>
                    <a:pt x="0" y="0"/>
                  </a:moveTo>
                  <a:cubicBezTo>
                    <a:pt x="235675" y="365760"/>
                    <a:pt x="471351" y="731521"/>
                    <a:pt x="711925" y="738052"/>
                  </a:cubicBezTo>
                  <a:cubicBezTo>
                    <a:pt x="952499" y="744583"/>
                    <a:pt x="1200694" y="37012"/>
                    <a:pt x="1443445" y="39189"/>
                  </a:cubicBezTo>
                  <a:cubicBezTo>
                    <a:pt x="1686196" y="41366"/>
                    <a:pt x="1931125" y="750027"/>
                    <a:pt x="2168434" y="751115"/>
                  </a:cubicBezTo>
                  <a:cubicBezTo>
                    <a:pt x="2405743" y="752203"/>
                    <a:pt x="2627811" y="47897"/>
                    <a:pt x="2867297" y="45720"/>
                  </a:cubicBezTo>
                  <a:cubicBezTo>
                    <a:pt x="3106783" y="43543"/>
                    <a:pt x="3365862" y="742406"/>
                    <a:pt x="3605348" y="738052"/>
                  </a:cubicBezTo>
                  <a:cubicBezTo>
                    <a:pt x="3844834" y="733698"/>
                    <a:pt x="4063637" y="22861"/>
                    <a:pt x="4304211" y="19595"/>
                  </a:cubicBezTo>
                  <a:cubicBezTo>
                    <a:pt x="4544785" y="16329"/>
                    <a:pt x="4806043" y="716281"/>
                    <a:pt x="5048794" y="718458"/>
                  </a:cubicBezTo>
                  <a:cubicBezTo>
                    <a:pt x="5291545" y="720635"/>
                    <a:pt x="5520146" y="25038"/>
                    <a:pt x="5760720" y="32658"/>
                  </a:cubicBezTo>
                  <a:cubicBezTo>
                    <a:pt x="6001294" y="40278"/>
                    <a:pt x="6251666" y="764178"/>
                    <a:pt x="6492240" y="764178"/>
                  </a:cubicBezTo>
                  <a:cubicBezTo>
                    <a:pt x="6732814" y="764178"/>
                    <a:pt x="7073537" y="166552"/>
                    <a:pt x="7204165" y="32658"/>
                  </a:cubicBezTo>
                </a:path>
              </a:pathLst>
            </a:cu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4E0ED4EA-1279-4870-91F1-495DC73A315E}"/>
                </a:ext>
              </a:extLst>
            </p:cNvPr>
            <p:cNvSpPr/>
            <p:nvPr/>
          </p:nvSpPr>
          <p:spPr>
            <a:xfrm rot="2219647">
              <a:off x="8448041" y="4376064"/>
              <a:ext cx="436733" cy="74301"/>
            </a:xfrm>
            <a:custGeom>
              <a:avLst/>
              <a:gdLst>
                <a:gd name="connsiteX0" fmla="*/ 0 w 7204165"/>
                <a:gd name="connsiteY0" fmla="*/ 0 h 764178"/>
                <a:gd name="connsiteX1" fmla="*/ 711925 w 7204165"/>
                <a:gd name="connsiteY1" fmla="*/ 738052 h 764178"/>
                <a:gd name="connsiteX2" fmla="*/ 1443445 w 7204165"/>
                <a:gd name="connsiteY2" fmla="*/ 39189 h 764178"/>
                <a:gd name="connsiteX3" fmla="*/ 2168434 w 7204165"/>
                <a:gd name="connsiteY3" fmla="*/ 751115 h 764178"/>
                <a:gd name="connsiteX4" fmla="*/ 2867297 w 7204165"/>
                <a:gd name="connsiteY4" fmla="*/ 45720 h 764178"/>
                <a:gd name="connsiteX5" fmla="*/ 3605348 w 7204165"/>
                <a:gd name="connsiteY5" fmla="*/ 738052 h 764178"/>
                <a:gd name="connsiteX6" fmla="*/ 4304211 w 7204165"/>
                <a:gd name="connsiteY6" fmla="*/ 19595 h 764178"/>
                <a:gd name="connsiteX7" fmla="*/ 5048794 w 7204165"/>
                <a:gd name="connsiteY7" fmla="*/ 718458 h 764178"/>
                <a:gd name="connsiteX8" fmla="*/ 5760720 w 7204165"/>
                <a:gd name="connsiteY8" fmla="*/ 32658 h 764178"/>
                <a:gd name="connsiteX9" fmla="*/ 6492240 w 7204165"/>
                <a:gd name="connsiteY9" fmla="*/ 764178 h 764178"/>
                <a:gd name="connsiteX10" fmla="*/ 7204165 w 7204165"/>
                <a:gd name="connsiteY10" fmla="*/ 32658 h 764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04165" h="764178">
                  <a:moveTo>
                    <a:pt x="0" y="0"/>
                  </a:moveTo>
                  <a:cubicBezTo>
                    <a:pt x="235675" y="365760"/>
                    <a:pt x="471351" y="731521"/>
                    <a:pt x="711925" y="738052"/>
                  </a:cubicBezTo>
                  <a:cubicBezTo>
                    <a:pt x="952499" y="744583"/>
                    <a:pt x="1200694" y="37012"/>
                    <a:pt x="1443445" y="39189"/>
                  </a:cubicBezTo>
                  <a:cubicBezTo>
                    <a:pt x="1686196" y="41366"/>
                    <a:pt x="1931125" y="750027"/>
                    <a:pt x="2168434" y="751115"/>
                  </a:cubicBezTo>
                  <a:cubicBezTo>
                    <a:pt x="2405743" y="752203"/>
                    <a:pt x="2627811" y="47897"/>
                    <a:pt x="2867297" y="45720"/>
                  </a:cubicBezTo>
                  <a:cubicBezTo>
                    <a:pt x="3106783" y="43543"/>
                    <a:pt x="3365862" y="742406"/>
                    <a:pt x="3605348" y="738052"/>
                  </a:cubicBezTo>
                  <a:cubicBezTo>
                    <a:pt x="3844834" y="733698"/>
                    <a:pt x="4063637" y="22861"/>
                    <a:pt x="4304211" y="19595"/>
                  </a:cubicBezTo>
                  <a:cubicBezTo>
                    <a:pt x="4544785" y="16329"/>
                    <a:pt x="4806043" y="716281"/>
                    <a:pt x="5048794" y="718458"/>
                  </a:cubicBezTo>
                  <a:cubicBezTo>
                    <a:pt x="5291545" y="720635"/>
                    <a:pt x="5520146" y="25038"/>
                    <a:pt x="5760720" y="32658"/>
                  </a:cubicBezTo>
                  <a:cubicBezTo>
                    <a:pt x="6001294" y="40278"/>
                    <a:pt x="6251666" y="764178"/>
                    <a:pt x="6492240" y="764178"/>
                  </a:cubicBezTo>
                  <a:cubicBezTo>
                    <a:pt x="6732814" y="764178"/>
                    <a:pt x="7073537" y="166552"/>
                    <a:pt x="7204165" y="32658"/>
                  </a:cubicBezTo>
                </a:path>
              </a:pathLst>
            </a:cu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18D4363D-58FC-4339-ADE8-63B1D4FCE5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91903" y="2353616"/>
              <a:ext cx="442597" cy="390643"/>
            </a:xfrm>
            <a:prstGeom prst="straightConnector1">
              <a:avLst/>
            </a:prstGeom>
            <a:ln w="25400">
              <a:solidFill>
                <a:schemeClr val="accent1">
                  <a:lumMod val="40000"/>
                  <a:lumOff val="60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B32651F0-20BB-4EAD-8774-2F655FF378B7}"/>
                </a:ext>
              </a:extLst>
            </p:cNvPr>
            <p:cNvSpPr txBox="1"/>
            <p:nvPr/>
          </p:nvSpPr>
          <p:spPr>
            <a:xfrm>
              <a:off x="8871097" y="2012220"/>
              <a:ext cx="11352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attractive</a:t>
              </a:r>
              <a:endParaRPr lang="zh-CN" altLang="en-US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EE258F81-1320-4419-9E9C-6EEE47CB9F65}"/>
                </a:ext>
              </a:extLst>
            </p:cNvPr>
            <p:cNvCxnSpPr>
              <a:cxnSpLocks/>
            </p:cNvCxnSpPr>
            <p:nvPr/>
          </p:nvCxnSpPr>
          <p:spPr>
            <a:xfrm>
              <a:off x="1397185" y="1779579"/>
              <a:ext cx="248285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3A98AD54-A6F5-49D8-8059-D2E864121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5957" y="332868"/>
              <a:ext cx="0" cy="16737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DCCDE7B6-F6BC-46B2-B95C-1BB7C33EF5A9}"/>
                </a:ext>
              </a:extLst>
            </p:cNvPr>
            <p:cNvCxnSpPr>
              <a:cxnSpLocks/>
            </p:cNvCxnSpPr>
            <p:nvPr/>
          </p:nvCxnSpPr>
          <p:spPr>
            <a:xfrm>
              <a:off x="2254708" y="399119"/>
              <a:ext cx="0" cy="136869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09" name="对象 108">
              <a:extLst>
                <a:ext uri="{FF2B5EF4-FFF2-40B4-BE49-F238E27FC236}">
                  <a16:creationId xmlns:a16="http://schemas.microsoft.com/office/drawing/2014/main" id="{9AFF8767-D6D1-4C53-8214-46917E9442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7167839"/>
                </p:ext>
              </p:extLst>
            </p:nvPr>
          </p:nvGraphicFramePr>
          <p:xfrm>
            <a:off x="4057473" y="1552566"/>
            <a:ext cx="222250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28" name="AxMath" r:id="rId38" imgW="110520" imgH="226440" progId="Equation.AxMath">
                    <p:embed/>
                  </p:oleObj>
                </mc:Choice>
                <mc:Fallback>
                  <p:oleObj name="AxMath" r:id="rId38" imgW="110520" imgH="226440" progId="Equation.AxMath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DB23AE9B-81C2-45EF-9BD0-F3367DF8AB5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4057473" y="1552566"/>
                          <a:ext cx="222250" cy="454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" name="对象 109">
              <a:extLst>
                <a:ext uri="{FF2B5EF4-FFF2-40B4-BE49-F238E27FC236}">
                  <a16:creationId xmlns:a16="http://schemas.microsoft.com/office/drawing/2014/main" id="{30392AF3-41A7-486B-8B24-C2204825EC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1101861"/>
                </p:ext>
              </p:extLst>
            </p:nvPr>
          </p:nvGraphicFramePr>
          <p:xfrm>
            <a:off x="2133196" y="1839948"/>
            <a:ext cx="301625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29" name="AxMath" r:id="rId39" imgW="150480" imgH="226440" progId="Equation.AxMath">
                    <p:embed/>
                  </p:oleObj>
                </mc:Choice>
                <mc:Fallback>
                  <p:oleObj name="AxMath" r:id="rId39" imgW="150480" imgH="226440" progId="Equation.AxMath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7569A075-3A57-4C2B-9F74-FE63DBA700F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2133196" y="1839948"/>
                          <a:ext cx="301625" cy="454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1" name="对象 110">
              <a:extLst>
                <a:ext uri="{FF2B5EF4-FFF2-40B4-BE49-F238E27FC236}">
                  <a16:creationId xmlns:a16="http://schemas.microsoft.com/office/drawing/2014/main" id="{10B59AA1-C6EB-47E7-A503-15394F5738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6873463"/>
                </p:ext>
              </p:extLst>
            </p:nvPr>
          </p:nvGraphicFramePr>
          <p:xfrm>
            <a:off x="2511248" y="438164"/>
            <a:ext cx="16002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30" name="AxMath" r:id="rId41" imgW="799920" imgH="228600" progId="Equation.AxMath">
                    <p:embed/>
                  </p:oleObj>
                </mc:Choice>
                <mc:Fallback>
                  <p:oleObj name="AxMath" r:id="rId41" imgW="799920" imgH="228600" progId="Equation.AxMath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DA5DC4B1-DA3C-4E8F-9E5C-9440BDE303F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2511248" y="438164"/>
                          <a:ext cx="16002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" name="对象 111">
              <a:extLst>
                <a:ext uri="{FF2B5EF4-FFF2-40B4-BE49-F238E27FC236}">
                  <a16:creationId xmlns:a16="http://schemas.microsoft.com/office/drawing/2014/main" id="{9D170727-D59C-4A7F-B587-F394F19A01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2980530"/>
                </p:ext>
              </p:extLst>
            </p:nvPr>
          </p:nvGraphicFramePr>
          <p:xfrm>
            <a:off x="2511248" y="895364"/>
            <a:ext cx="130492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31" name="AxMath" r:id="rId43" imgW="652680" imgH="228600" progId="Equation.AxMath">
                    <p:embed/>
                  </p:oleObj>
                </mc:Choice>
                <mc:Fallback>
                  <p:oleObj name="AxMath" r:id="rId43" imgW="652680" imgH="228600" progId="Equation.AxMath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705C5AE3-3C70-4610-8BFD-D255C90B6B7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2511248" y="895364"/>
                          <a:ext cx="1304925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19171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F39359A-2E42-4BF9-BA80-4075CBDEF29D}"/>
              </a:ext>
            </a:extLst>
          </p:cNvPr>
          <p:cNvSpPr/>
          <p:nvPr/>
        </p:nvSpPr>
        <p:spPr>
          <a:xfrm>
            <a:off x="5512526" y="2671354"/>
            <a:ext cx="130628" cy="13062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3504B32-D475-4202-8CE0-FD91699F177D}"/>
              </a:ext>
            </a:extLst>
          </p:cNvPr>
          <p:cNvCxnSpPr>
            <a:cxnSpLocks/>
          </p:cNvCxnSpPr>
          <p:nvPr/>
        </p:nvCxnSpPr>
        <p:spPr>
          <a:xfrm>
            <a:off x="3421380" y="2736668"/>
            <a:ext cx="1463040" cy="0"/>
          </a:xfrm>
          <a:prstGeom prst="straightConnector1">
            <a:avLst/>
          </a:prstGeom>
          <a:ln w="25400">
            <a:solidFill>
              <a:srgbClr val="00B0F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A5E4377-C151-4E20-9769-5B605E86CC00}"/>
              </a:ext>
            </a:extLst>
          </p:cNvPr>
          <p:cNvCxnSpPr>
            <a:cxnSpLocks/>
          </p:cNvCxnSpPr>
          <p:nvPr/>
        </p:nvCxnSpPr>
        <p:spPr>
          <a:xfrm flipH="1" flipV="1">
            <a:off x="4596493" y="1881052"/>
            <a:ext cx="575854" cy="522514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F15A326-713E-4B9B-B301-04C9C942D04A}"/>
              </a:ext>
            </a:extLst>
          </p:cNvPr>
          <p:cNvCxnSpPr>
            <a:cxnSpLocks/>
          </p:cNvCxnSpPr>
          <p:nvPr/>
        </p:nvCxnSpPr>
        <p:spPr>
          <a:xfrm flipV="1">
            <a:off x="5734594" y="1580604"/>
            <a:ext cx="146413" cy="607425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8379B99-BBDF-46BC-9F54-F81C4FAC4CE5}"/>
              </a:ext>
            </a:extLst>
          </p:cNvPr>
          <p:cNvCxnSpPr>
            <a:cxnSpLocks/>
          </p:cNvCxnSpPr>
          <p:nvPr/>
        </p:nvCxnSpPr>
        <p:spPr>
          <a:xfrm flipV="1">
            <a:off x="6239964" y="2267220"/>
            <a:ext cx="605245" cy="272692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0CA267B-F852-4E70-AD11-FC8C62A49F40}"/>
              </a:ext>
            </a:extLst>
          </p:cNvPr>
          <p:cNvCxnSpPr>
            <a:cxnSpLocks/>
          </p:cNvCxnSpPr>
          <p:nvPr/>
        </p:nvCxnSpPr>
        <p:spPr>
          <a:xfrm>
            <a:off x="6096000" y="3091816"/>
            <a:ext cx="446587" cy="674368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6293D24-1363-4ED2-8DD4-A14C6352A572}"/>
              </a:ext>
            </a:extLst>
          </p:cNvPr>
          <p:cNvCxnSpPr>
            <a:cxnSpLocks/>
          </p:cNvCxnSpPr>
          <p:nvPr/>
        </p:nvCxnSpPr>
        <p:spPr>
          <a:xfrm flipH="1">
            <a:off x="4944291" y="3152231"/>
            <a:ext cx="364537" cy="613953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6FB5B54-D9BC-40E2-805B-3FE74D3DC29D}"/>
              </a:ext>
            </a:extLst>
          </p:cNvPr>
          <p:cNvCxnSpPr>
            <a:cxnSpLocks/>
          </p:cNvCxnSpPr>
          <p:nvPr/>
        </p:nvCxnSpPr>
        <p:spPr>
          <a:xfrm>
            <a:off x="7604760" y="2736668"/>
            <a:ext cx="45393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88CBC0E-E8C2-41A3-BA30-66F191FE35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43829"/>
              </p:ext>
            </p:extLst>
          </p:nvPr>
        </p:nvGraphicFramePr>
        <p:xfrm>
          <a:off x="8230644" y="2513786"/>
          <a:ext cx="2190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name="AxMath" r:id="rId4" imgW="110160" imgH="226440" progId="Equation.AxMath">
                  <p:embed/>
                </p:oleObj>
              </mc:Choice>
              <mc:Fallback>
                <p:oleObj name="AxMath" r:id="rId4" imgW="110160" imgH="22644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30644" y="2513786"/>
                        <a:ext cx="219075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3795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7A34DEE0-5E90-4437-A7C3-17BC87E6EB68}"/>
              </a:ext>
            </a:extLst>
          </p:cNvPr>
          <p:cNvGrpSpPr/>
          <p:nvPr/>
        </p:nvGrpSpPr>
        <p:grpSpPr>
          <a:xfrm>
            <a:off x="1250302" y="664872"/>
            <a:ext cx="9766041" cy="4632616"/>
            <a:chOff x="1250302" y="664872"/>
            <a:chExt cx="9766041" cy="4632616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4D879C98-EF42-4FA1-89C2-B2A2480743D4}"/>
                </a:ext>
              </a:extLst>
            </p:cNvPr>
            <p:cNvSpPr/>
            <p:nvPr/>
          </p:nvSpPr>
          <p:spPr>
            <a:xfrm>
              <a:off x="2718318" y="1412032"/>
              <a:ext cx="199053" cy="19905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DCEDDC31-727C-4564-91B1-FF07CE4CD8B8}"/>
                </a:ext>
              </a:extLst>
            </p:cNvPr>
            <p:cNvSpPr/>
            <p:nvPr/>
          </p:nvSpPr>
          <p:spPr>
            <a:xfrm>
              <a:off x="8671248" y="1412032"/>
              <a:ext cx="199053" cy="19905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54A07568-3F00-45AE-8188-F4655A261312}"/>
                </a:ext>
              </a:extLst>
            </p:cNvPr>
            <p:cNvSpPr/>
            <p:nvPr/>
          </p:nvSpPr>
          <p:spPr>
            <a:xfrm>
              <a:off x="2718318" y="1013926"/>
              <a:ext cx="46800" cy="468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753198CD-030E-45F0-9EC7-107615FE8223}"/>
                </a:ext>
              </a:extLst>
            </p:cNvPr>
            <p:cNvSpPr/>
            <p:nvPr/>
          </p:nvSpPr>
          <p:spPr>
            <a:xfrm>
              <a:off x="9044473" y="1060726"/>
              <a:ext cx="46800" cy="468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08FB6F5E-E8C2-49A2-B893-08EA2BC24A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3770965"/>
                </p:ext>
              </p:extLst>
            </p:nvPr>
          </p:nvGraphicFramePr>
          <p:xfrm>
            <a:off x="2765118" y="664872"/>
            <a:ext cx="196850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8" name="AxMath" r:id="rId3" imgW="99000" imgH="226440" progId="Equation.AxMath">
                    <p:embed/>
                  </p:oleObj>
                </mc:Choice>
                <mc:Fallback>
                  <p:oleObj name="AxMath" r:id="rId3" imgW="99000" imgH="22644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65118" y="664872"/>
                          <a:ext cx="196850" cy="454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7573A4F9-662F-4374-84E5-DF1B15AAEB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7914906"/>
                </p:ext>
              </p:extLst>
            </p:nvPr>
          </p:nvGraphicFramePr>
          <p:xfrm>
            <a:off x="9159697" y="739516"/>
            <a:ext cx="196850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9" name="AxMath" r:id="rId5" imgW="99000" imgH="226440" progId="Equation.AxMath">
                    <p:embed/>
                  </p:oleObj>
                </mc:Choice>
                <mc:Fallback>
                  <p:oleObj name="AxMath" r:id="rId5" imgW="99000" imgH="226440" progId="Equation.AxMath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08FB6F5E-E8C2-49A2-B893-08EA2BC24A6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159697" y="739516"/>
                          <a:ext cx="196850" cy="454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F11EE96A-1CC4-4311-B25D-094CF8445E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6815959"/>
                </p:ext>
              </p:extLst>
            </p:nvPr>
          </p:nvGraphicFramePr>
          <p:xfrm>
            <a:off x="3047028" y="1284545"/>
            <a:ext cx="203200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60" name="AxMath" r:id="rId6" imgW="101520" imgH="226440" progId="Equation.AxMath">
                    <p:embed/>
                  </p:oleObj>
                </mc:Choice>
                <mc:Fallback>
                  <p:oleObj name="AxMath" r:id="rId6" imgW="101520" imgH="22644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047028" y="1284545"/>
                          <a:ext cx="203200" cy="454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DA9C3F5E-BA33-4555-AF07-FF657983C1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3322616"/>
                </p:ext>
              </p:extLst>
            </p:nvPr>
          </p:nvGraphicFramePr>
          <p:xfrm>
            <a:off x="9043372" y="1296985"/>
            <a:ext cx="203200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61" name="AxMath" r:id="rId8" imgW="101520" imgH="226440" progId="Equation.AxMath">
                    <p:embed/>
                  </p:oleObj>
                </mc:Choice>
                <mc:Fallback>
                  <p:oleObj name="AxMath" r:id="rId8" imgW="101520" imgH="226440" progId="Equation.AxMath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F11EE96A-1CC4-4311-B25D-094CF8445E9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9043372" y="1296985"/>
                          <a:ext cx="203200" cy="454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D71BB619-6253-4D7A-9552-A0A4F4770AE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5711471"/>
                </p:ext>
              </p:extLst>
            </p:nvPr>
          </p:nvGraphicFramePr>
          <p:xfrm>
            <a:off x="2051081" y="1731280"/>
            <a:ext cx="1533525" cy="568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62" name="AxMath" r:id="rId9" imgW="766800" imgH="283680" progId="Equation.AxMath">
                    <p:embed/>
                  </p:oleObj>
                </mc:Choice>
                <mc:Fallback>
                  <p:oleObj name="AxMath" r:id="rId9" imgW="766800" imgH="28368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051081" y="1731280"/>
                          <a:ext cx="1533525" cy="5683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DAED14C2-5ACF-487A-BE0E-0BBC05807D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4801064"/>
                </p:ext>
              </p:extLst>
            </p:nvPr>
          </p:nvGraphicFramePr>
          <p:xfrm>
            <a:off x="8051800" y="1728788"/>
            <a:ext cx="1638300" cy="568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63" name="AxMath" r:id="rId11" imgW="818640" imgH="283680" progId="Equation.AxMath">
                    <p:embed/>
                  </p:oleObj>
                </mc:Choice>
                <mc:Fallback>
                  <p:oleObj name="AxMath" r:id="rId11" imgW="818640" imgH="283680" progId="Equation.AxMath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D71BB619-6253-4D7A-9552-A0A4F4770AE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051800" y="1728788"/>
                          <a:ext cx="1638300" cy="5683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B4FBBB5C-AC02-41B2-9DD2-7860A14B8A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0421083"/>
                </p:ext>
              </p:extLst>
            </p:nvPr>
          </p:nvGraphicFramePr>
          <p:xfrm>
            <a:off x="5128630" y="1371372"/>
            <a:ext cx="1489075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64" name="AxMath" r:id="rId13" imgW="744120" imgH="239400" progId="Equation.AxMath">
                    <p:embed/>
                  </p:oleObj>
                </mc:Choice>
                <mc:Fallback>
                  <p:oleObj name="AxMath" r:id="rId13" imgW="744120" imgH="2394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128630" y="1371372"/>
                          <a:ext cx="1489075" cy="479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599EC08-095C-403B-A57E-DBE6F1BD8152}"/>
                </a:ext>
              </a:extLst>
            </p:cNvPr>
            <p:cNvSpPr/>
            <p:nvPr/>
          </p:nvSpPr>
          <p:spPr>
            <a:xfrm>
              <a:off x="4883020" y="4037044"/>
              <a:ext cx="199053" cy="19905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FB69704-818D-4CED-A8D5-AC23C3739FAE}"/>
                </a:ext>
              </a:extLst>
            </p:cNvPr>
            <p:cNvSpPr/>
            <p:nvPr/>
          </p:nvSpPr>
          <p:spPr>
            <a:xfrm>
              <a:off x="6611484" y="4037043"/>
              <a:ext cx="199053" cy="19905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D716C3D2-C26A-4BCD-B56D-DF9B7AFEAB3E}"/>
                </a:ext>
              </a:extLst>
            </p:cNvPr>
            <p:cNvSpPr/>
            <p:nvPr/>
          </p:nvSpPr>
          <p:spPr>
            <a:xfrm>
              <a:off x="5386873" y="3595396"/>
              <a:ext cx="46800" cy="468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A73315A1-904F-4981-8A23-E776400E9C5B}"/>
                </a:ext>
              </a:extLst>
            </p:cNvPr>
            <p:cNvSpPr/>
            <p:nvPr/>
          </p:nvSpPr>
          <p:spPr>
            <a:xfrm>
              <a:off x="6183085" y="4534677"/>
              <a:ext cx="46800" cy="468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CAF6E12-7DB9-492C-B04C-6335A1BBFC3C}"/>
                </a:ext>
              </a:extLst>
            </p:cNvPr>
            <p:cNvSpPr/>
            <p:nvPr/>
          </p:nvSpPr>
          <p:spPr>
            <a:xfrm rot="2974040">
              <a:off x="4918311" y="3903698"/>
              <a:ext cx="1839089" cy="465742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7B45B27B-7910-4A1A-8B77-B5A4EBF3E2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261176"/>
                </p:ext>
              </p:extLst>
            </p:nvPr>
          </p:nvGraphicFramePr>
          <p:xfrm>
            <a:off x="5356225" y="3057525"/>
            <a:ext cx="27305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65" name="AxMath" r:id="rId15" imgW="136800" imgH="228600" progId="Equation.AxMath">
                    <p:embed/>
                  </p:oleObj>
                </mc:Choice>
                <mc:Fallback>
                  <p:oleObj name="AxMath" r:id="rId15" imgW="136800" imgH="228600" progId="Equation.AxMath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08FB6F5E-E8C2-49A2-B893-08EA2BC24A6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356225" y="3057525"/>
                          <a:ext cx="27305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BE9E69C6-0E26-4112-A8A0-5165B505EB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6282512"/>
                </p:ext>
              </p:extLst>
            </p:nvPr>
          </p:nvGraphicFramePr>
          <p:xfrm>
            <a:off x="6451600" y="4383088"/>
            <a:ext cx="30797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66" name="AxMath" r:id="rId17" imgW="154440" imgH="228600" progId="Equation.AxMath">
                    <p:embed/>
                  </p:oleObj>
                </mc:Choice>
                <mc:Fallback>
                  <p:oleObj name="AxMath" r:id="rId17" imgW="154440" imgH="228600" progId="Equation.AxMath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7B45B27B-7910-4A1A-8B77-B5A4EBF3E2C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451600" y="4383088"/>
                          <a:ext cx="307975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5B4F160E-FAAC-419D-BEAB-38DF9A8491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2501297"/>
                </p:ext>
              </p:extLst>
            </p:nvPr>
          </p:nvGraphicFramePr>
          <p:xfrm>
            <a:off x="4802673" y="4306077"/>
            <a:ext cx="2794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67" name="AxMath" r:id="rId19" imgW="139680" imgH="228600" progId="Equation.AxMath">
                    <p:embed/>
                  </p:oleObj>
                </mc:Choice>
                <mc:Fallback>
                  <p:oleObj name="AxMath" r:id="rId19" imgW="13968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802673" y="4306077"/>
                          <a:ext cx="2794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34BC9303-7FE5-4DC5-BA1A-DCFE7D0113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6023532"/>
                </p:ext>
              </p:extLst>
            </p:nvPr>
          </p:nvGraphicFramePr>
          <p:xfrm>
            <a:off x="6964363" y="4305300"/>
            <a:ext cx="31432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68" name="AxMath" r:id="rId21" imgW="156960" imgH="228600" progId="Equation.AxMath">
                    <p:embed/>
                  </p:oleObj>
                </mc:Choice>
                <mc:Fallback>
                  <p:oleObj name="AxMath" r:id="rId21" imgW="156960" imgH="228600" progId="Equation.AxMath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5B4F160E-FAAC-419D-BEAB-38DF9A8491D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964363" y="4305300"/>
                          <a:ext cx="314325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F635C6E3-63E1-4673-BCEB-9A9B86CBA7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620016"/>
                </p:ext>
              </p:extLst>
            </p:nvPr>
          </p:nvGraphicFramePr>
          <p:xfrm>
            <a:off x="5179429" y="4840288"/>
            <a:ext cx="138747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69" name="AxMath" r:id="rId23" imgW="694440" imgH="228600" progId="Equation.AxMath">
                    <p:embed/>
                  </p:oleObj>
                </mc:Choice>
                <mc:Fallback>
                  <p:oleObj name="AxMath" r:id="rId23" imgW="694440" imgH="228600" progId="Equation.AxMath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179429" y="4840288"/>
                          <a:ext cx="1387475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B3EA5858-7C76-4994-8472-A760F1E7472D}"/>
                </a:ext>
              </a:extLst>
            </p:cNvPr>
            <p:cNvCxnSpPr/>
            <p:nvPr/>
          </p:nvCxnSpPr>
          <p:spPr>
            <a:xfrm>
              <a:off x="1250302" y="2892490"/>
              <a:ext cx="9766041" cy="0"/>
            </a:xfrm>
            <a:prstGeom prst="line">
              <a:avLst/>
            </a:prstGeom>
            <a:ln w="22225">
              <a:solidFill>
                <a:srgbClr val="00B05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13727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1C703F2-74DE-4364-A93D-41055EE9BA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549989"/>
              </p:ext>
            </p:extLst>
          </p:nvPr>
        </p:nvGraphicFramePr>
        <p:xfrm>
          <a:off x="2536274" y="1126217"/>
          <a:ext cx="6823076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AxMath" r:id="rId3" imgW="3411000" imgH="465840" progId="Equation.AxMath">
                  <p:embed/>
                </p:oleObj>
              </mc:Choice>
              <mc:Fallback>
                <p:oleObj name="AxMath" r:id="rId3" imgW="3411000" imgH="46584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36274" y="1126217"/>
                        <a:ext cx="6823076" cy="930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44B83E4-2E6B-4E73-A0B9-122F0EBA3CFC}"/>
              </a:ext>
            </a:extLst>
          </p:cNvPr>
          <p:cNvSpPr txBox="1"/>
          <p:nvPr/>
        </p:nvSpPr>
        <p:spPr>
          <a:xfrm>
            <a:off x="491411" y="360783"/>
            <a:ext cx="27254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Model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CAA1026-83D2-40ED-8360-5702728231C4}"/>
              </a:ext>
            </a:extLst>
          </p:cNvPr>
          <p:cNvCxnSpPr>
            <a:cxnSpLocks/>
          </p:cNvCxnSpPr>
          <p:nvPr/>
        </p:nvCxnSpPr>
        <p:spPr>
          <a:xfrm>
            <a:off x="2065176" y="2487930"/>
            <a:ext cx="0" cy="40310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05B5B75-4705-4198-86D5-8387797716B2}"/>
              </a:ext>
            </a:extLst>
          </p:cNvPr>
          <p:cNvCxnSpPr/>
          <p:nvPr/>
        </p:nvCxnSpPr>
        <p:spPr>
          <a:xfrm>
            <a:off x="3216837" y="3931298"/>
            <a:ext cx="2556588" cy="0"/>
          </a:xfrm>
          <a:prstGeom prst="line">
            <a:avLst/>
          </a:prstGeom>
          <a:ln w="19050">
            <a:solidFill>
              <a:schemeClr val="tx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9FD50B6-9F8B-42E9-921D-3B66C3F8D7FB}"/>
              </a:ext>
            </a:extLst>
          </p:cNvPr>
          <p:cNvCxnSpPr>
            <a:cxnSpLocks/>
          </p:cNvCxnSpPr>
          <p:nvPr/>
        </p:nvCxnSpPr>
        <p:spPr>
          <a:xfrm flipV="1">
            <a:off x="3216837" y="2716530"/>
            <a:ext cx="0" cy="115761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787646C-7B68-4E9C-8D06-701445BE9C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85603"/>
              </p:ext>
            </p:extLst>
          </p:nvPr>
        </p:nvGraphicFramePr>
        <p:xfrm>
          <a:off x="3314700" y="3554413"/>
          <a:ext cx="2984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AxMath" r:id="rId5" imgW="149760" imgH="228600" progId="Equation.AxMath">
                  <p:embed/>
                </p:oleObj>
              </mc:Choice>
              <mc:Fallback>
                <p:oleObj name="AxMath" r:id="rId5" imgW="149760" imgH="2286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14700" y="3554413"/>
                        <a:ext cx="29845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0CFAF4E-E4B4-492B-A8F5-73D526C7A125}"/>
              </a:ext>
            </a:extLst>
          </p:cNvPr>
          <p:cNvCxnSpPr>
            <a:cxnSpLocks/>
          </p:cNvCxnSpPr>
          <p:nvPr/>
        </p:nvCxnSpPr>
        <p:spPr>
          <a:xfrm>
            <a:off x="3216837" y="4011613"/>
            <a:ext cx="0" cy="194945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B7F2BEA-8623-4015-8DEC-3E3F6774C845}"/>
              </a:ext>
            </a:extLst>
          </p:cNvPr>
          <p:cNvCxnSpPr>
            <a:cxnSpLocks/>
          </p:cNvCxnSpPr>
          <p:nvPr/>
        </p:nvCxnSpPr>
        <p:spPr>
          <a:xfrm>
            <a:off x="2065176" y="5961063"/>
            <a:ext cx="1151661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904F7AD1-6845-49BE-ADE8-B5358BFD712D}"/>
              </a:ext>
            </a:extLst>
          </p:cNvPr>
          <p:cNvSpPr txBox="1"/>
          <p:nvPr/>
        </p:nvSpPr>
        <p:spPr>
          <a:xfrm>
            <a:off x="3216286" y="5748954"/>
            <a:ext cx="522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CN" altLang="en-US" sz="2400" baseline="-25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858FFD5-C6E0-4520-AF72-5C2C5F8C1E8D}"/>
              </a:ext>
            </a:extLst>
          </p:cNvPr>
          <p:cNvCxnSpPr>
            <a:cxnSpLocks/>
          </p:cNvCxnSpPr>
          <p:nvPr/>
        </p:nvCxnSpPr>
        <p:spPr>
          <a:xfrm>
            <a:off x="3173975" y="4011613"/>
            <a:ext cx="0" cy="62230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76DE7D40-8EAF-4371-A5C3-66CDC1E1FA86}"/>
              </a:ext>
            </a:extLst>
          </p:cNvPr>
          <p:cNvCxnSpPr>
            <a:cxnSpLocks/>
          </p:cNvCxnSpPr>
          <p:nvPr/>
        </p:nvCxnSpPr>
        <p:spPr>
          <a:xfrm>
            <a:off x="2065176" y="4633913"/>
            <a:ext cx="1108799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45AFE223-B05F-465B-908E-1CD7616163CF}"/>
              </a:ext>
            </a:extLst>
          </p:cNvPr>
          <p:cNvSpPr txBox="1"/>
          <p:nvPr/>
        </p:nvSpPr>
        <p:spPr>
          <a:xfrm>
            <a:off x="3211082" y="4119054"/>
            <a:ext cx="448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zh-CN" altLang="en-US" sz="2400" baseline="-250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316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2759</TotalTime>
  <Words>51</Words>
  <Application>Microsoft Office PowerPoint</Application>
  <PresentationFormat>宽屏</PresentationFormat>
  <Paragraphs>28</Paragraphs>
  <Slides>11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Arial</vt:lpstr>
      <vt:lpstr>Times New Roman</vt:lpstr>
      <vt:lpstr>Office 主题​​</vt:lpstr>
      <vt:lpstr>AxMath</vt:lpstr>
      <vt:lpstr>Equation.AxMath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Yachen Li</dc:creator>
  <cp:lastModifiedBy>Yachen Li</cp:lastModifiedBy>
  <cp:revision>67</cp:revision>
  <dcterms:created xsi:type="dcterms:W3CDTF">2025-08-05T13:29:34Z</dcterms:created>
  <dcterms:modified xsi:type="dcterms:W3CDTF">2025-11-22T13:14:47Z</dcterms:modified>
</cp:coreProperties>
</file>